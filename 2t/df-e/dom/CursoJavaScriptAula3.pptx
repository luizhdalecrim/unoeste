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3" r:id="rId2"/>
  </p:sldMasterIdLst>
  <p:notesMasterIdLst>
    <p:notesMasterId r:id="rId22"/>
  </p:notesMasterIdLst>
  <p:handoutMasterIdLst>
    <p:handoutMasterId r:id="rId23"/>
  </p:handoutMasterIdLst>
  <p:sldIdLst>
    <p:sldId id="544" r:id="rId3"/>
    <p:sldId id="518" r:id="rId4"/>
    <p:sldId id="519" r:id="rId5"/>
    <p:sldId id="481" r:id="rId6"/>
    <p:sldId id="543" r:id="rId7"/>
    <p:sldId id="446" r:id="rId8"/>
    <p:sldId id="448" r:id="rId9"/>
    <p:sldId id="449" r:id="rId10"/>
    <p:sldId id="537" r:id="rId11"/>
    <p:sldId id="538" r:id="rId12"/>
    <p:sldId id="540" r:id="rId13"/>
    <p:sldId id="542" r:id="rId14"/>
    <p:sldId id="511" r:id="rId15"/>
    <p:sldId id="512" r:id="rId16"/>
    <p:sldId id="513" r:id="rId17"/>
    <p:sldId id="514" r:id="rId18"/>
    <p:sldId id="515" r:id="rId19"/>
    <p:sldId id="516" r:id="rId20"/>
    <p:sldId id="517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00"/>
    <a:srgbClr val="FF0000"/>
    <a:srgbClr val="13009C"/>
    <a:srgbClr val="3333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33F86-8FBD-4BC5-8953-4831DD5A367E}" v="177" dt="2020-09-14T02:00:16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5226" autoAdjust="0"/>
  </p:normalViewPr>
  <p:slideViewPr>
    <p:cSldViewPr snapToGrid="0">
      <p:cViewPr varScale="1">
        <p:scale>
          <a:sx n="74" d="100"/>
          <a:sy n="74" d="100"/>
        </p:scale>
        <p:origin x="35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17899"/>
    </p:cViewPr>
  </p:sorterViewPr>
  <p:notesViewPr>
    <p:cSldViewPr snapToGrid="0">
      <p:cViewPr varScale="1">
        <p:scale>
          <a:sx n="76" d="100"/>
          <a:sy n="76" d="100"/>
        </p:scale>
        <p:origin x="-218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ássia Perego" userId="c25d30c68340f7aa" providerId="LiveId" clId="{24DB68AF-AFDD-4EB6-B036-B7B2732B5772}"/>
    <pc:docChg chg="undo custSel modSld">
      <pc:chgData name="Cássia Perego" userId="c25d30c68340f7aa" providerId="LiveId" clId="{24DB68AF-AFDD-4EB6-B036-B7B2732B5772}" dt="2020-07-28T01:09:48.073" v="119" actId="20577"/>
      <pc:docMkLst>
        <pc:docMk/>
      </pc:docMkLst>
      <pc:sldChg chg="modSp mod">
        <pc:chgData name="Cássia Perego" userId="c25d30c68340f7aa" providerId="LiveId" clId="{24DB68AF-AFDD-4EB6-B036-B7B2732B5772}" dt="2020-07-28T01:06:24.207" v="46" actId="404"/>
        <pc:sldMkLst>
          <pc:docMk/>
          <pc:sldMk cId="2315120701" sldId="432"/>
        </pc:sldMkLst>
        <pc:spChg chg="mod">
          <ac:chgData name="Cássia Perego" userId="c25d30c68340f7aa" providerId="LiveId" clId="{24DB68AF-AFDD-4EB6-B036-B7B2732B5772}" dt="2020-07-28T01:06:24.207" v="46" actId="404"/>
          <ac:spMkLst>
            <pc:docMk/>
            <pc:sldMk cId="2315120701" sldId="432"/>
            <ac:spMk id="14337" creationId="{00000000-0000-0000-0000-000000000000}"/>
          </ac:spMkLst>
        </pc:spChg>
        <pc:graphicFrameChg chg="mod">
          <ac:chgData name="Cássia Perego" userId="c25d30c68340f7aa" providerId="LiveId" clId="{24DB68AF-AFDD-4EB6-B036-B7B2732B5772}" dt="2020-07-28T01:05:23.139" v="35" actId="1076"/>
          <ac:graphicFrameMkLst>
            <pc:docMk/>
            <pc:sldMk cId="2315120701" sldId="432"/>
            <ac:graphicFrameMk id="5" creationId="{00000000-0000-0000-0000-000000000000}"/>
          </ac:graphicFrameMkLst>
        </pc:graphicFrameChg>
        <pc:graphicFrameChg chg="mod modGraphic">
          <ac:chgData name="Cássia Perego" userId="c25d30c68340f7aa" providerId="LiveId" clId="{24DB68AF-AFDD-4EB6-B036-B7B2732B5772}" dt="2020-07-28T01:06:04.584" v="44" actId="1076"/>
          <ac:graphicFrameMkLst>
            <pc:docMk/>
            <pc:sldMk cId="2315120701" sldId="432"/>
            <ac:graphicFrameMk id="6" creationId="{00000000-0000-0000-0000-000000000000}"/>
          </ac:graphicFrameMkLst>
        </pc:graphicFrameChg>
      </pc:sldChg>
      <pc:sldChg chg="modSp mod">
        <pc:chgData name="Cássia Perego" userId="c25d30c68340f7aa" providerId="LiveId" clId="{24DB68AF-AFDD-4EB6-B036-B7B2732B5772}" dt="2020-07-28T01:09:48.073" v="119" actId="20577"/>
        <pc:sldMkLst>
          <pc:docMk/>
          <pc:sldMk cId="1646560423" sldId="434"/>
        </pc:sldMkLst>
        <pc:spChg chg="mod">
          <ac:chgData name="Cássia Perego" userId="c25d30c68340f7aa" providerId="LiveId" clId="{24DB68AF-AFDD-4EB6-B036-B7B2732B5772}" dt="2020-07-28T01:09:48.073" v="119" actId="20577"/>
          <ac:spMkLst>
            <pc:docMk/>
            <pc:sldMk cId="1646560423" sldId="434"/>
            <ac:spMk id="16385" creationId="{00000000-0000-0000-0000-000000000000}"/>
          </ac:spMkLst>
        </pc:spChg>
      </pc:sldChg>
      <pc:sldChg chg="modSp mod">
        <pc:chgData name="Cássia Perego" userId="c25d30c68340f7aa" providerId="LiveId" clId="{24DB68AF-AFDD-4EB6-B036-B7B2732B5772}" dt="2020-07-28T01:06:45.476" v="50" actId="20577"/>
        <pc:sldMkLst>
          <pc:docMk/>
          <pc:sldMk cId="519696264" sldId="475"/>
        </pc:sldMkLst>
        <pc:spChg chg="mod">
          <ac:chgData name="Cássia Perego" userId="c25d30c68340f7aa" providerId="LiveId" clId="{24DB68AF-AFDD-4EB6-B036-B7B2732B5772}" dt="2020-07-28T01:06:45.476" v="50" actId="20577"/>
          <ac:spMkLst>
            <pc:docMk/>
            <pc:sldMk cId="519696264" sldId="475"/>
            <ac:spMk id="14337" creationId="{00000000-0000-0000-0000-000000000000}"/>
          </ac:spMkLst>
        </pc:spChg>
      </pc:sldChg>
      <pc:sldChg chg="modSp mod">
        <pc:chgData name="Cássia Perego" userId="c25d30c68340f7aa" providerId="LiveId" clId="{24DB68AF-AFDD-4EB6-B036-B7B2732B5772}" dt="2020-07-28T01:07:31.196" v="57" actId="255"/>
        <pc:sldMkLst>
          <pc:docMk/>
          <pc:sldMk cId="4128634671" sldId="476"/>
        </pc:sldMkLst>
        <pc:spChg chg="mod">
          <ac:chgData name="Cássia Perego" userId="c25d30c68340f7aa" providerId="LiveId" clId="{24DB68AF-AFDD-4EB6-B036-B7B2732B5772}" dt="2020-07-28T01:07:31.196" v="57" actId="255"/>
          <ac:spMkLst>
            <pc:docMk/>
            <pc:sldMk cId="4128634671" sldId="476"/>
            <ac:spMk id="14337" creationId="{00000000-0000-0000-0000-000000000000}"/>
          </ac:spMkLst>
        </pc:spChg>
      </pc:sldChg>
    </pc:docChg>
  </pc:docChgLst>
  <pc:docChgLst>
    <pc:chgData name="Cássia Perego" userId="c25d30c68340f7aa" providerId="LiveId" clId="{85133F86-8FBD-4BC5-8953-4831DD5A367E}"/>
    <pc:docChg chg="undo custSel addSld delSld modSld sldOrd">
      <pc:chgData name="Cássia Perego" userId="c25d30c68340f7aa" providerId="LiveId" clId="{85133F86-8FBD-4BC5-8953-4831DD5A367E}" dt="2020-09-17T12:41:32.886" v="2027" actId="313"/>
      <pc:docMkLst>
        <pc:docMk/>
      </pc:docMkLst>
      <pc:sldChg chg="modSp modAnim">
        <pc:chgData name="Cássia Perego" userId="c25d30c68340f7aa" providerId="LiveId" clId="{85133F86-8FBD-4BC5-8953-4831DD5A367E}" dt="2020-08-12T01:24:43.296" v="38" actId="404"/>
        <pc:sldMkLst>
          <pc:docMk/>
          <pc:sldMk cId="0" sldId="258"/>
        </pc:sldMkLst>
        <pc:spChg chg="mod">
          <ac:chgData name="Cássia Perego" userId="c25d30c68340f7aa" providerId="LiveId" clId="{85133F86-8FBD-4BC5-8953-4831DD5A367E}" dt="2020-08-12T01:24:43.296" v="38" actId="404"/>
          <ac:spMkLst>
            <pc:docMk/>
            <pc:sldMk cId="0" sldId="258"/>
            <ac:spMk id="8195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954226329" sldId="422"/>
        </pc:sldMkLst>
        <pc:spChg chg="mod">
          <ac:chgData name="Cássia Perego" userId="c25d30c68340f7aa" providerId="LiveId" clId="{85133F86-8FBD-4BC5-8953-4831DD5A367E}" dt="2020-08-12T01:26:34.654" v="40" actId="20577"/>
          <ac:spMkLst>
            <pc:docMk/>
            <pc:sldMk cId="954226329" sldId="422"/>
            <ac:spMk id="2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2931765427" sldId="423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906765492" sldId="424"/>
        </pc:sldMkLst>
        <pc:spChg chg="mod">
          <ac:chgData name="Cássia Perego" userId="c25d30c68340f7aa" providerId="LiveId" clId="{85133F86-8FBD-4BC5-8953-4831DD5A367E}" dt="2020-08-12T01:27:09.749" v="42" actId="6549"/>
          <ac:spMkLst>
            <pc:docMk/>
            <pc:sldMk cId="2906765492" sldId="424"/>
            <ac:spMk id="6145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644264234" sldId="425"/>
        </pc:sldMkLst>
        <pc:spChg chg="mod">
          <ac:chgData name="Cássia Perego" userId="c25d30c68340f7aa" providerId="LiveId" clId="{85133F86-8FBD-4BC5-8953-4831DD5A367E}" dt="2020-09-01T19:47:15.856" v="1076" actId="207"/>
          <ac:spMkLst>
            <pc:docMk/>
            <pc:sldMk cId="2644264234" sldId="425"/>
            <ac:spMk id="7169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3468355055" sldId="426"/>
        </pc:sldMkLst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543967215" sldId="427"/>
        </pc:sldMkLst>
      </pc:sldChg>
      <pc:sldChg chg="addSp modSp del mod">
        <pc:chgData name="Cássia Perego" userId="c25d30c68340f7aa" providerId="LiveId" clId="{85133F86-8FBD-4BC5-8953-4831DD5A367E}" dt="2020-09-11T23:08:08.483" v="1344" actId="47"/>
        <pc:sldMkLst>
          <pc:docMk/>
          <pc:sldMk cId="1659285784" sldId="428"/>
        </pc:sldMkLst>
        <pc:spChg chg="add mod">
          <ac:chgData name="Cássia Perego" userId="c25d30c68340f7aa" providerId="LiveId" clId="{85133F86-8FBD-4BC5-8953-4831DD5A367E}" dt="2020-08-29T20:26:18.447" v="715" actId="20577"/>
          <ac:spMkLst>
            <pc:docMk/>
            <pc:sldMk cId="1659285784" sldId="428"/>
            <ac:spMk id="2" creationId="{951F5F46-40EB-4069-B4BF-D44082BA6E7D}"/>
          </ac:spMkLst>
        </pc:spChg>
        <pc:spChg chg="mod">
          <ac:chgData name="Cássia Perego" userId="c25d30c68340f7aa" providerId="LiveId" clId="{85133F86-8FBD-4BC5-8953-4831DD5A367E}" dt="2020-08-12T01:33:02.037" v="48" actId="20577"/>
          <ac:spMkLst>
            <pc:docMk/>
            <pc:sldMk cId="1659285784" sldId="428"/>
            <ac:spMk id="10241" creationId="{00000000-0000-0000-0000-000000000000}"/>
          </ac:spMkLst>
        </pc:spChg>
        <pc:spChg chg="mod">
          <ac:chgData name="Cássia Perego" userId="c25d30c68340f7aa" providerId="LiveId" clId="{85133F86-8FBD-4BC5-8953-4831DD5A367E}" dt="2020-08-29T20:24:22.318" v="646" actId="20577"/>
          <ac:spMkLst>
            <pc:docMk/>
            <pc:sldMk cId="1659285784" sldId="428"/>
            <ac:spMk id="10243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2391186366" sldId="429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301936104" sldId="430"/>
        </pc:sldMkLst>
        <pc:spChg chg="mod">
          <ac:chgData name="Cássia Perego" userId="c25d30c68340f7aa" providerId="LiveId" clId="{85133F86-8FBD-4BC5-8953-4831DD5A367E}" dt="2020-08-19T19:28:11.392" v="482"/>
          <ac:spMkLst>
            <pc:docMk/>
            <pc:sldMk cId="301936104" sldId="430"/>
            <ac:spMk id="12289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2793272692" sldId="431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315120701" sldId="432"/>
        </pc:sldMkLst>
        <pc:spChg chg="mod">
          <ac:chgData name="Cássia Perego" userId="c25d30c68340f7aa" providerId="LiveId" clId="{85133F86-8FBD-4BC5-8953-4831DD5A367E}" dt="2020-08-19T19:36:39.676" v="529" actId="20577"/>
          <ac:spMkLst>
            <pc:docMk/>
            <pc:sldMk cId="2315120701" sldId="432"/>
            <ac:spMk id="14337" creationId="{00000000-0000-0000-0000-000000000000}"/>
          </ac:spMkLst>
        </pc:spChg>
        <pc:graphicFrameChg chg="modGraphic">
          <ac:chgData name="Cássia Perego" userId="c25d30c68340f7aa" providerId="LiveId" clId="{85133F86-8FBD-4BC5-8953-4831DD5A367E}" dt="2020-08-12T01:36:02.512" v="55" actId="20577"/>
          <ac:graphicFrameMkLst>
            <pc:docMk/>
            <pc:sldMk cId="2315120701" sldId="432"/>
            <ac:graphicFrameMk id="5" creationId="{00000000-0000-0000-0000-000000000000}"/>
          </ac:graphicFrameMkLst>
        </pc:graphicFrameChg>
      </pc:sldChg>
      <pc:sldChg chg="delSp modSp del mod">
        <pc:chgData name="Cássia Perego" userId="c25d30c68340f7aa" providerId="LiveId" clId="{85133F86-8FBD-4BC5-8953-4831DD5A367E}" dt="2020-09-11T23:08:08.483" v="1344" actId="47"/>
        <pc:sldMkLst>
          <pc:docMk/>
          <pc:sldMk cId="4014692392" sldId="433"/>
        </pc:sldMkLst>
        <pc:spChg chg="mod">
          <ac:chgData name="Cássia Perego" userId="c25d30c68340f7aa" providerId="LiveId" clId="{85133F86-8FBD-4BC5-8953-4831DD5A367E}" dt="2020-09-01T19:49:32.451" v="1089" actId="20577"/>
          <ac:spMkLst>
            <pc:docMk/>
            <pc:sldMk cId="4014692392" sldId="433"/>
            <ac:spMk id="15361" creationId="{00000000-0000-0000-0000-000000000000}"/>
          </ac:spMkLst>
        </pc:spChg>
        <pc:graphicFrameChg chg="del modGraphic">
          <ac:chgData name="Cássia Perego" userId="c25d30c68340f7aa" providerId="LiveId" clId="{85133F86-8FBD-4BC5-8953-4831DD5A367E}" dt="2020-08-14T23:17:58.228" v="259" actId="478"/>
          <ac:graphicFrameMkLst>
            <pc:docMk/>
            <pc:sldMk cId="4014692392" sldId="433"/>
            <ac:graphicFrameMk id="15363" creationId="{00000000-0000-0000-0000-000000000000}"/>
          </ac:graphicFrameMkLst>
        </pc:graphicFrame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1646560423" sldId="434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874042599" sldId="435"/>
        </pc:sldMkLst>
        <pc:spChg chg="mod">
          <ac:chgData name="Cássia Perego" userId="c25d30c68340f7aa" providerId="LiveId" clId="{85133F86-8FBD-4BC5-8953-4831DD5A367E}" dt="2020-09-01T19:50:49.121" v="1094" actId="1038"/>
          <ac:spMkLst>
            <pc:docMk/>
            <pc:sldMk cId="2874042599" sldId="435"/>
            <ac:spMk id="17409" creationId="{00000000-0000-0000-0000-000000000000}"/>
          </ac:spMkLst>
        </pc:spChg>
        <pc:spChg chg="mod">
          <ac:chgData name="Cássia Perego" userId="c25d30c68340f7aa" providerId="LiveId" clId="{85133F86-8FBD-4BC5-8953-4831DD5A367E}" dt="2020-09-01T19:50:45.916" v="1093" actId="1076"/>
          <ac:spMkLst>
            <pc:docMk/>
            <pc:sldMk cId="2874042599" sldId="435"/>
            <ac:spMk id="17410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1050198071" sldId="436"/>
        </pc:sldMkLst>
        <pc:spChg chg="mod">
          <ac:chgData name="Cássia Perego" userId="c25d30c68340f7aa" providerId="LiveId" clId="{85133F86-8FBD-4BC5-8953-4831DD5A367E}" dt="2020-09-01T19:52:28.310" v="1131" actId="6549"/>
          <ac:spMkLst>
            <pc:docMk/>
            <pc:sldMk cId="1050198071" sldId="436"/>
            <ac:spMk id="18433" creationId="{00000000-0000-0000-0000-000000000000}"/>
          </ac:spMkLst>
        </pc:spChg>
        <pc:spChg chg="mod">
          <ac:chgData name="Cássia Perego" userId="c25d30c68340f7aa" providerId="LiveId" clId="{85133F86-8FBD-4BC5-8953-4831DD5A367E}" dt="2020-08-14T23:22:55.116" v="289" actId="14100"/>
          <ac:spMkLst>
            <pc:docMk/>
            <pc:sldMk cId="1050198071" sldId="436"/>
            <ac:spMk id="18434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3250929371" sldId="437"/>
        </pc:sldMkLst>
        <pc:spChg chg="mod">
          <ac:chgData name="Cássia Perego" userId="c25d30c68340f7aa" providerId="LiveId" clId="{85133F86-8FBD-4BC5-8953-4831DD5A367E}" dt="2020-09-01T19:52:33.188" v="1133" actId="6549"/>
          <ac:spMkLst>
            <pc:docMk/>
            <pc:sldMk cId="3250929371" sldId="437"/>
            <ac:spMk id="19457" creationId="{00000000-0000-0000-0000-000000000000}"/>
          </ac:spMkLst>
        </pc:spChg>
      </pc:sldChg>
      <pc:sldChg chg="del ord">
        <pc:chgData name="Cássia Perego" userId="c25d30c68340f7aa" providerId="LiveId" clId="{85133F86-8FBD-4BC5-8953-4831DD5A367E}" dt="2020-08-19T20:00:24.086" v="623" actId="2696"/>
        <pc:sldMkLst>
          <pc:docMk/>
          <pc:sldMk cId="1397652142" sldId="446"/>
        </pc:sldMkLst>
      </pc:sldChg>
      <pc:sldChg chg="modSp add mod">
        <pc:chgData name="Cássia Perego" userId="c25d30c68340f7aa" providerId="LiveId" clId="{85133F86-8FBD-4BC5-8953-4831DD5A367E}" dt="2020-09-14T01:34:33.648" v="1891" actId="6549"/>
        <pc:sldMkLst>
          <pc:docMk/>
          <pc:sldMk cId="1438181288" sldId="446"/>
        </pc:sldMkLst>
        <pc:spChg chg="mod">
          <ac:chgData name="Cássia Perego" userId="c25d30c68340f7aa" providerId="LiveId" clId="{85133F86-8FBD-4BC5-8953-4831DD5A367E}" dt="2020-09-14T01:34:33.648" v="1891" actId="6549"/>
          <ac:spMkLst>
            <pc:docMk/>
            <pc:sldMk cId="1438181288" sldId="446"/>
            <ac:spMk id="28673" creationId="{00000000-0000-0000-0000-000000000000}"/>
          </ac:spMkLst>
        </pc:spChg>
        <pc:spChg chg="mod">
          <ac:chgData name="Cássia Perego" userId="c25d30c68340f7aa" providerId="LiveId" clId="{85133F86-8FBD-4BC5-8953-4831DD5A367E}" dt="2020-09-14T01:06:09.650" v="1684" actId="207"/>
          <ac:spMkLst>
            <pc:docMk/>
            <pc:sldMk cId="1438181288" sldId="446"/>
            <ac:spMk id="28674" creationId="{00000000-0000-0000-0000-000000000000}"/>
          </ac:spMkLst>
        </pc:spChg>
        <pc:spChg chg="mod">
          <ac:chgData name="Cássia Perego" userId="c25d30c68340f7aa" providerId="LiveId" clId="{85133F86-8FBD-4BC5-8953-4831DD5A367E}" dt="2020-09-13T23:12:43.936" v="1454" actId="1076"/>
          <ac:spMkLst>
            <pc:docMk/>
            <pc:sldMk cId="1438181288" sldId="446"/>
            <ac:spMk id="28675" creationId="{00000000-0000-0000-0000-000000000000}"/>
          </ac:spMkLst>
        </pc:spChg>
      </pc:sldChg>
      <pc:sldChg chg="modSp del mod ord">
        <pc:chgData name="Cássia Perego" userId="c25d30c68340f7aa" providerId="LiveId" clId="{85133F86-8FBD-4BC5-8953-4831DD5A367E}" dt="2020-08-19T20:00:24.086" v="623" actId="2696"/>
        <pc:sldMkLst>
          <pc:docMk/>
          <pc:sldMk cId="3081110000" sldId="447"/>
        </pc:sldMkLst>
        <pc:spChg chg="mod">
          <ac:chgData name="Cássia Perego" userId="c25d30c68340f7aa" providerId="LiveId" clId="{85133F86-8FBD-4BC5-8953-4831DD5A367E}" dt="2020-08-14T23:44:24.562" v="372" actId="113"/>
          <ac:spMkLst>
            <pc:docMk/>
            <pc:sldMk cId="3081110000" sldId="447"/>
            <ac:spMk id="29698" creationId="{00000000-0000-0000-0000-000000000000}"/>
          </ac:spMkLst>
        </pc:spChg>
      </pc:sldChg>
      <pc:sldChg chg="delSp modSp add del mod">
        <pc:chgData name="Cássia Perego" userId="c25d30c68340f7aa" providerId="LiveId" clId="{85133F86-8FBD-4BC5-8953-4831DD5A367E}" dt="2020-09-14T01:10:46.302" v="1779" actId="47"/>
        <pc:sldMkLst>
          <pc:docMk/>
          <pc:sldMk cId="3310261538" sldId="447"/>
        </pc:sldMkLst>
        <pc:spChg chg="del mod">
          <ac:chgData name="Cássia Perego" userId="c25d30c68340f7aa" providerId="LiveId" clId="{85133F86-8FBD-4BC5-8953-4831DD5A367E}" dt="2020-09-14T01:10:16.055" v="1776" actId="21"/>
          <ac:spMkLst>
            <pc:docMk/>
            <pc:sldMk cId="3310261538" sldId="447"/>
            <ac:spMk id="29699" creationId="{00000000-0000-0000-0000-000000000000}"/>
          </ac:spMkLst>
        </pc:spChg>
      </pc:sldChg>
      <pc:sldChg chg="modSp del mod ord">
        <pc:chgData name="Cássia Perego" userId="c25d30c68340f7aa" providerId="LiveId" clId="{85133F86-8FBD-4BC5-8953-4831DD5A367E}" dt="2020-08-19T20:00:24.086" v="623" actId="2696"/>
        <pc:sldMkLst>
          <pc:docMk/>
          <pc:sldMk cId="153791633" sldId="448"/>
        </pc:sldMkLst>
        <pc:spChg chg="mod">
          <ac:chgData name="Cássia Perego" userId="c25d30c68340f7aa" providerId="LiveId" clId="{85133F86-8FBD-4BC5-8953-4831DD5A367E}" dt="2020-08-14T23:44:44.928" v="374" actId="20577"/>
          <ac:spMkLst>
            <pc:docMk/>
            <pc:sldMk cId="153791633" sldId="448"/>
            <ac:spMk id="30721" creationId="{00000000-0000-0000-0000-000000000000}"/>
          </ac:spMkLst>
        </pc:spChg>
      </pc:sldChg>
      <pc:sldChg chg="modSp add mod">
        <pc:chgData name="Cássia Perego" userId="c25d30c68340f7aa" providerId="LiveId" clId="{85133F86-8FBD-4BC5-8953-4831DD5A367E}" dt="2020-09-14T01:15:04.873" v="1843"/>
        <pc:sldMkLst>
          <pc:docMk/>
          <pc:sldMk cId="3922773419" sldId="448"/>
        </pc:sldMkLst>
        <pc:spChg chg="mod">
          <ac:chgData name="Cássia Perego" userId="c25d30c68340f7aa" providerId="LiveId" clId="{85133F86-8FBD-4BC5-8953-4831DD5A367E}" dt="2020-09-14T01:15:04.873" v="1843"/>
          <ac:spMkLst>
            <pc:docMk/>
            <pc:sldMk cId="3922773419" sldId="448"/>
            <ac:spMk id="30721" creationId="{00000000-0000-0000-0000-000000000000}"/>
          </ac:spMkLst>
        </pc:spChg>
      </pc:sldChg>
      <pc:sldChg chg="modSp del mod ord">
        <pc:chgData name="Cássia Perego" userId="c25d30c68340f7aa" providerId="LiveId" clId="{85133F86-8FBD-4BC5-8953-4831DD5A367E}" dt="2020-08-19T20:00:24.086" v="623" actId="2696"/>
        <pc:sldMkLst>
          <pc:docMk/>
          <pc:sldMk cId="818381503" sldId="449"/>
        </pc:sldMkLst>
        <pc:spChg chg="mod">
          <ac:chgData name="Cássia Perego" userId="c25d30c68340f7aa" providerId="LiveId" clId="{85133F86-8FBD-4BC5-8953-4831DD5A367E}" dt="2020-08-14T23:46:14.334" v="446" actId="20577"/>
          <ac:spMkLst>
            <pc:docMk/>
            <pc:sldMk cId="818381503" sldId="449"/>
            <ac:spMk id="4" creationId="{00000000-0000-0000-0000-000000000000}"/>
          </ac:spMkLst>
        </pc:spChg>
        <pc:spChg chg="mod">
          <ac:chgData name="Cássia Perego" userId="c25d30c68340f7aa" providerId="LiveId" clId="{85133F86-8FBD-4BC5-8953-4831DD5A367E}" dt="2020-08-14T23:45:30.806" v="401" actId="20577"/>
          <ac:spMkLst>
            <pc:docMk/>
            <pc:sldMk cId="818381503" sldId="449"/>
            <ac:spMk id="31745" creationId="{00000000-0000-0000-0000-000000000000}"/>
          </ac:spMkLst>
        </pc:spChg>
      </pc:sldChg>
      <pc:sldChg chg="modSp add mod ord">
        <pc:chgData name="Cássia Perego" userId="c25d30c68340f7aa" providerId="LiveId" clId="{85133F86-8FBD-4BC5-8953-4831DD5A367E}" dt="2020-09-17T12:41:32.886" v="2027" actId="313"/>
        <pc:sldMkLst>
          <pc:docMk/>
          <pc:sldMk cId="989958973" sldId="449"/>
        </pc:sldMkLst>
        <pc:spChg chg="mod">
          <ac:chgData name="Cássia Perego" userId="c25d30c68340f7aa" providerId="LiveId" clId="{85133F86-8FBD-4BC5-8953-4831DD5A367E}" dt="2020-08-29T21:06:14.281" v="897" actId="6549"/>
          <ac:spMkLst>
            <pc:docMk/>
            <pc:sldMk cId="989958973" sldId="449"/>
            <ac:spMk id="4" creationId="{00000000-0000-0000-0000-000000000000}"/>
          </ac:spMkLst>
        </pc:spChg>
        <pc:spChg chg="mod">
          <ac:chgData name="Cássia Perego" userId="c25d30c68340f7aa" providerId="LiveId" clId="{85133F86-8FBD-4BC5-8953-4831DD5A367E}" dt="2020-09-17T12:41:32.886" v="2027" actId="313"/>
          <ac:spMkLst>
            <pc:docMk/>
            <pc:sldMk cId="989958973" sldId="449"/>
            <ac:spMk id="31745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184530450" sldId="450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786189632" sldId="452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773625766" sldId="453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076776401" sldId="470"/>
        </pc:sldMkLst>
        <pc:spChg chg="mod">
          <ac:chgData name="Cássia Perego" userId="c25d30c68340f7aa" providerId="LiveId" clId="{85133F86-8FBD-4BC5-8953-4831DD5A367E}" dt="2020-08-12T01:33:58.040" v="50" actId="20577"/>
          <ac:spMkLst>
            <pc:docMk/>
            <pc:sldMk cId="2076776401" sldId="470"/>
            <ac:spMk id="5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1461736308" sldId="471"/>
        </pc:sldMkLst>
        <pc:spChg chg="mod">
          <ac:chgData name="Cássia Perego" userId="c25d30c68340f7aa" providerId="LiveId" clId="{85133F86-8FBD-4BC5-8953-4831DD5A367E}" dt="2020-08-12T01:34:20.415" v="54" actId="20577"/>
          <ac:spMkLst>
            <pc:docMk/>
            <pc:sldMk cId="1461736308" sldId="471"/>
            <ac:spMk id="5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051961236" sldId="472"/>
        </pc:sldMkLst>
        <pc:spChg chg="mod">
          <ac:chgData name="Cássia Perego" userId="c25d30c68340f7aa" providerId="LiveId" clId="{85133F86-8FBD-4BC5-8953-4831DD5A367E}" dt="2020-08-19T19:32:03.375" v="484"/>
          <ac:spMkLst>
            <pc:docMk/>
            <pc:sldMk cId="2051961236" sldId="472"/>
            <ac:spMk id="4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1717063600" sldId="473"/>
        </pc:sldMkLst>
        <pc:spChg chg="mod">
          <ac:chgData name="Cássia Perego" userId="c25d30c68340f7aa" providerId="LiveId" clId="{85133F86-8FBD-4BC5-8953-4831DD5A367E}" dt="2020-08-19T19:33:15.871" v="486" actId="20577"/>
          <ac:spMkLst>
            <pc:docMk/>
            <pc:sldMk cId="1717063600" sldId="473"/>
            <ac:spMk id="4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1724015268" sldId="474"/>
        </pc:sldMkLst>
        <pc:spChg chg="mod">
          <ac:chgData name="Cássia Perego" userId="c25d30c68340f7aa" providerId="LiveId" clId="{85133F86-8FBD-4BC5-8953-4831DD5A367E}" dt="2020-08-19T19:34:26.447" v="517"/>
          <ac:spMkLst>
            <pc:docMk/>
            <pc:sldMk cId="1724015268" sldId="474"/>
            <ac:spMk id="4" creationId="{00000000-0000-0000-0000-000000000000}"/>
          </ac:spMkLst>
        </pc:spChg>
        <pc:spChg chg="mod">
          <ac:chgData name="Cássia Perego" userId="c25d30c68340f7aa" providerId="LiveId" clId="{85133F86-8FBD-4BC5-8953-4831DD5A367E}" dt="2020-08-19T19:33:57.159" v="510" actId="20577"/>
          <ac:spMkLst>
            <pc:docMk/>
            <pc:sldMk cId="1724015268" sldId="474"/>
            <ac:spMk id="5" creationId="{00000000-0000-0000-0000-000000000000}"/>
          </ac:spMkLst>
        </pc:spChg>
      </pc:sldChg>
      <pc:sldChg chg="addSp delSp modSp del mod">
        <pc:chgData name="Cássia Perego" userId="c25d30c68340f7aa" providerId="LiveId" clId="{85133F86-8FBD-4BC5-8953-4831DD5A367E}" dt="2020-09-11T23:08:08.483" v="1344" actId="47"/>
        <pc:sldMkLst>
          <pc:docMk/>
          <pc:sldMk cId="519696264" sldId="475"/>
        </pc:sldMkLst>
        <pc:spChg chg="add del">
          <ac:chgData name="Cássia Perego" userId="c25d30c68340f7aa" providerId="LiveId" clId="{85133F86-8FBD-4BC5-8953-4831DD5A367E}" dt="2020-08-14T23:09:55.495" v="168"/>
          <ac:spMkLst>
            <pc:docMk/>
            <pc:sldMk cId="519696264" sldId="475"/>
            <ac:spMk id="2" creationId="{A08AF36B-5633-4B9B-9A68-4DA52AB2C46C}"/>
          </ac:spMkLst>
        </pc:spChg>
        <pc:spChg chg="mod">
          <ac:chgData name="Cássia Perego" userId="c25d30c68340f7aa" providerId="LiveId" clId="{85133F86-8FBD-4BC5-8953-4831DD5A367E}" dt="2020-08-14T23:14:11.233" v="225" actId="20577"/>
          <ac:spMkLst>
            <pc:docMk/>
            <pc:sldMk cId="519696264" sldId="475"/>
            <ac:spMk id="6" creationId="{00000000-0000-0000-0000-000000000000}"/>
          </ac:spMkLst>
        </pc:spChg>
        <pc:spChg chg="add mod">
          <ac:chgData name="Cássia Perego" userId="c25d30c68340f7aa" providerId="LiveId" clId="{85133F86-8FBD-4BC5-8953-4831DD5A367E}" dt="2020-08-19T19:38:49.998" v="598" actId="1037"/>
          <ac:spMkLst>
            <pc:docMk/>
            <pc:sldMk cId="519696264" sldId="475"/>
            <ac:spMk id="9" creationId="{F1D9105A-3365-41E5-A53A-EB493525DC36}"/>
          </ac:spMkLst>
        </pc:spChg>
        <pc:spChg chg="mod">
          <ac:chgData name="Cássia Perego" userId="c25d30c68340f7aa" providerId="LiveId" clId="{85133F86-8FBD-4BC5-8953-4831DD5A367E}" dt="2020-08-14T23:09:59.105" v="169" actId="14100"/>
          <ac:spMkLst>
            <pc:docMk/>
            <pc:sldMk cId="519696264" sldId="475"/>
            <ac:spMk id="14337" creationId="{00000000-0000-0000-0000-000000000000}"/>
          </ac:spMkLst>
        </pc:spChg>
        <pc:graphicFrameChg chg="add mod modGraphic">
          <ac:chgData name="Cássia Perego" userId="c25d30c68340f7aa" providerId="LiveId" clId="{85133F86-8FBD-4BC5-8953-4831DD5A367E}" dt="2020-08-14T23:15:40.117" v="257" actId="20577"/>
          <ac:graphicFrameMkLst>
            <pc:docMk/>
            <pc:sldMk cId="519696264" sldId="475"/>
            <ac:graphicFrameMk id="3" creationId="{26CA4B92-9C20-450D-85CA-80FE871E0000}"/>
          </ac:graphicFrameMkLst>
        </pc:graphicFrameChg>
        <pc:graphicFrameChg chg="mod modGraphic">
          <ac:chgData name="Cássia Perego" userId="c25d30c68340f7aa" providerId="LiveId" clId="{85133F86-8FBD-4BC5-8953-4831DD5A367E}" dt="2020-08-14T23:09:41.250" v="166" actId="1076"/>
          <ac:graphicFrameMkLst>
            <pc:docMk/>
            <pc:sldMk cId="519696264" sldId="475"/>
            <ac:graphicFrameMk id="5" creationId="{00000000-0000-0000-0000-000000000000}"/>
          </ac:graphicFrameMkLst>
        </pc:graphicFrameChg>
        <pc:cxnChg chg="add del mod">
          <ac:chgData name="Cássia Perego" userId="c25d30c68340f7aa" providerId="LiveId" clId="{85133F86-8FBD-4BC5-8953-4831DD5A367E}" dt="2020-08-19T19:37:29.224" v="537" actId="11529"/>
          <ac:cxnSpMkLst>
            <pc:docMk/>
            <pc:sldMk cId="519696264" sldId="475"/>
            <ac:cxnSpMk id="4" creationId="{FE30716E-ED08-47DD-B48A-2F0821301F9F}"/>
          </ac:cxnSpMkLst>
        </pc:cxn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4128634671" sldId="476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2651416407" sldId="477"/>
        </pc:sldMkLst>
        <pc:spChg chg="mod">
          <ac:chgData name="Cássia Perego" userId="c25d30c68340f7aa" providerId="LiveId" clId="{85133F86-8FBD-4BC5-8953-4831DD5A367E}" dt="2020-09-01T19:49:04.730" v="1081" actId="20577"/>
          <ac:spMkLst>
            <pc:docMk/>
            <pc:sldMk cId="2651416407" sldId="477"/>
            <ac:spMk id="5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3307341694" sldId="478"/>
        </pc:sldMkLst>
        <pc:spChg chg="mod">
          <ac:chgData name="Cássia Perego" userId="c25d30c68340f7aa" providerId="LiveId" clId="{85133F86-8FBD-4BC5-8953-4831DD5A367E}" dt="2020-09-01T19:49:52.439" v="1090" actId="15"/>
          <ac:spMkLst>
            <pc:docMk/>
            <pc:sldMk cId="3307341694" sldId="478"/>
            <ac:spMk id="4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3024370446" sldId="479"/>
        </pc:sldMkLst>
        <pc:spChg chg="mod">
          <ac:chgData name="Cássia Perego" userId="c25d30c68340f7aa" providerId="LiveId" clId="{85133F86-8FBD-4BC5-8953-4831DD5A367E}" dt="2020-08-14T23:27:03.310" v="293" actId="20577"/>
          <ac:spMkLst>
            <pc:docMk/>
            <pc:sldMk cId="3024370446" sldId="479"/>
            <ac:spMk id="8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4215923319" sldId="480"/>
        </pc:sldMkLst>
        <pc:spChg chg="mod">
          <ac:chgData name="Cássia Perego" userId="c25d30c68340f7aa" providerId="LiveId" clId="{85133F86-8FBD-4BC5-8953-4831DD5A367E}" dt="2020-08-19T19:41:59.052" v="603" actId="20577"/>
          <ac:spMkLst>
            <pc:docMk/>
            <pc:sldMk cId="4215923319" sldId="480"/>
            <ac:spMk id="3" creationId="{00000000-0000-0000-0000-000000000000}"/>
          </ac:spMkLst>
        </pc:spChg>
      </pc:sldChg>
      <pc:sldChg chg="modSp del mod ord">
        <pc:chgData name="Cássia Perego" userId="c25d30c68340f7aa" providerId="LiveId" clId="{85133F86-8FBD-4BC5-8953-4831DD5A367E}" dt="2020-08-19T20:00:24.086" v="623" actId="2696"/>
        <pc:sldMkLst>
          <pc:docMk/>
          <pc:sldMk cId="1243971199" sldId="481"/>
        </pc:sldMkLst>
        <pc:spChg chg="mod">
          <ac:chgData name="Cássia Perego" userId="c25d30c68340f7aa" providerId="LiveId" clId="{85133F86-8FBD-4BC5-8953-4831DD5A367E}" dt="2020-08-19T19:45:43.296" v="616" actId="6549"/>
          <ac:spMkLst>
            <pc:docMk/>
            <pc:sldMk cId="1243971199" sldId="481"/>
            <ac:spMk id="27650" creationId="{00000000-0000-0000-0000-000000000000}"/>
          </ac:spMkLst>
        </pc:spChg>
      </pc:sldChg>
      <pc:sldChg chg="modSp add mod">
        <pc:chgData name="Cássia Perego" userId="c25d30c68340f7aa" providerId="LiveId" clId="{85133F86-8FBD-4BC5-8953-4831DD5A367E}" dt="2020-09-14T01:33:46.665" v="1884" actId="113"/>
        <pc:sldMkLst>
          <pc:docMk/>
          <pc:sldMk cId="4101236034" sldId="481"/>
        </pc:sldMkLst>
        <pc:spChg chg="mod">
          <ac:chgData name="Cássia Perego" userId="c25d30c68340f7aa" providerId="LiveId" clId="{85133F86-8FBD-4BC5-8953-4831DD5A367E}" dt="2020-09-14T01:33:46.665" v="1884" actId="113"/>
          <ac:spMkLst>
            <pc:docMk/>
            <pc:sldMk cId="4101236034" sldId="481"/>
            <ac:spMk id="27650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482230594" sldId="482"/>
        </pc:sldMkLst>
      </pc:sldChg>
      <pc:sldChg chg="modSp del mod">
        <pc:chgData name="Cássia Perego" userId="c25d30c68340f7aa" providerId="LiveId" clId="{85133F86-8FBD-4BC5-8953-4831DD5A367E}" dt="2020-09-11T23:08:08.483" v="1344" actId="47"/>
        <pc:sldMkLst>
          <pc:docMk/>
          <pc:sldMk cId="3072882615" sldId="483"/>
        </pc:sldMkLst>
        <pc:spChg chg="mod">
          <ac:chgData name="Cássia Perego" userId="c25d30c68340f7aa" providerId="LiveId" clId="{85133F86-8FBD-4BC5-8953-4831DD5A367E}" dt="2020-08-29T20:27:32.454" v="719" actId="113"/>
          <ac:spMkLst>
            <pc:docMk/>
            <pc:sldMk cId="3072882615" sldId="483"/>
            <ac:spMk id="7170" creationId="{00000000-0000-0000-0000-000000000000}"/>
          </ac:spMkLst>
        </pc:spChg>
      </pc:sldChg>
      <pc:sldChg chg="modSp del">
        <pc:chgData name="Cássia Perego" userId="c25d30c68340f7aa" providerId="LiveId" clId="{85133F86-8FBD-4BC5-8953-4831DD5A367E}" dt="2020-09-11T23:08:08.483" v="1344" actId="47"/>
        <pc:sldMkLst>
          <pc:docMk/>
          <pc:sldMk cId="1030957692" sldId="484"/>
        </pc:sldMkLst>
        <pc:spChg chg="mod">
          <ac:chgData name="Cássia Perego" userId="c25d30c68340f7aa" providerId="LiveId" clId="{85133F86-8FBD-4BC5-8953-4831DD5A367E}" dt="2020-08-29T20:27:46.531" v="720" actId="207"/>
          <ac:spMkLst>
            <pc:docMk/>
            <pc:sldMk cId="1030957692" sldId="484"/>
            <ac:spMk id="2" creationId="{00000000-0000-0000-0000-000000000000}"/>
          </ac:spMkLst>
        </pc:spChg>
      </pc:sldChg>
      <pc:sldChg chg="modSp del">
        <pc:chgData name="Cássia Perego" userId="c25d30c68340f7aa" providerId="LiveId" clId="{85133F86-8FBD-4BC5-8953-4831DD5A367E}" dt="2020-09-11T23:08:08.483" v="1344" actId="47"/>
        <pc:sldMkLst>
          <pc:docMk/>
          <pc:sldMk cId="3969493521" sldId="486"/>
        </pc:sldMkLst>
        <pc:spChg chg="mod">
          <ac:chgData name="Cássia Perego" userId="c25d30c68340f7aa" providerId="LiveId" clId="{85133F86-8FBD-4BC5-8953-4831DD5A367E}" dt="2020-09-01T19:53:40.925" v="1134" actId="207"/>
          <ac:spMkLst>
            <pc:docMk/>
            <pc:sldMk cId="3969493521" sldId="486"/>
            <ac:spMk id="10242" creationId="{00000000-0000-0000-0000-000000000000}"/>
          </ac:spMkLst>
        </pc:spChg>
      </pc:sldChg>
      <pc:sldChg chg="modSp del">
        <pc:chgData name="Cássia Perego" userId="c25d30c68340f7aa" providerId="LiveId" clId="{85133F86-8FBD-4BC5-8953-4831DD5A367E}" dt="2020-09-11T23:08:08.483" v="1344" actId="47"/>
        <pc:sldMkLst>
          <pc:docMk/>
          <pc:sldMk cId="1268792839" sldId="487"/>
        </pc:sldMkLst>
        <pc:spChg chg="mod">
          <ac:chgData name="Cássia Perego" userId="c25d30c68340f7aa" providerId="LiveId" clId="{85133F86-8FBD-4BC5-8953-4831DD5A367E}" dt="2020-09-01T19:55:05.941" v="1137" actId="207"/>
          <ac:spMkLst>
            <pc:docMk/>
            <pc:sldMk cId="1268792839" sldId="487"/>
            <ac:spMk id="11266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4065578745" sldId="489"/>
        </pc:sldMkLst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4093259125" sldId="490"/>
        </pc:sldMkLst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3663849670" sldId="491"/>
        </pc:sldMkLst>
      </pc:sldChg>
      <pc:sldChg chg="modSp mod">
        <pc:chgData name="Cássia Perego" userId="c25d30c68340f7aa" providerId="LiveId" clId="{85133F86-8FBD-4BC5-8953-4831DD5A367E}" dt="2020-09-15T14:47:20.506" v="2010" actId="115"/>
        <pc:sldMkLst>
          <pc:docMk/>
          <pc:sldMk cId="4063830911" sldId="493"/>
        </pc:sldMkLst>
        <pc:spChg chg="mod">
          <ac:chgData name="Cássia Perego" userId="c25d30c68340f7aa" providerId="LiveId" clId="{85133F86-8FBD-4BC5-8953-4831DD5A367E}" dt="2020-09-15T14:47:20.506" v="2010" actId="115"/>
          <ac:spMkLst>
            <pc:docMk/>
            <pc:sldMk cId="4063830911" sldId="493"/>
            <ac:spMk id="17410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633241939" sldId="495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845059310" sldId="496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554379615" sldId="498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894472342" sldId="500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826378028" sldId="501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896531955" sldId="502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230991374" sldId="503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846030481" sldId="504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426011651" sldId="506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735760949" sldId="507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296532467" sldId="508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819013655" sldId="509"/>
        </pc:sldMkLst>
      </pc:sldChg>
      <pc:sldChg chg="modSp del">
        <pc:chgData name="Cássia Perego" userId="c25d30c68340f7aa" providerId="LiveId" clId="{85133F86-8FBD-4BC5-8953-4831DD5A367E}" dt="2020-09-11T23:08:08.483" v="1344" actId="47"/>
        <pc:sldMkLst>
          <pc:docMk/>
          <pc:sldMk cId="2485744722" sldId="510"/>
        </pc:sldMkLst>
        <pc:spChg chg="mod">
          <ac:chgData name="Cássia Perego" userId="c25d30c68340f7aa" providerId="LiveId" clId="{85133F86-8FBD-4BC5-8953-4831DD5A367E}" dt="2020-09-01T19:46:50.439" v="1075" actId="207"/>
          <ac:spMkLst>
            <pc:docMk/>
            <pc:sldMk cId="2485744722" sldId="510"/>
            <ac:spMk id="6147" creationId="{00000000-0000-0000-0000-000000000000}"/>
          </ac:spMkLst>
        </pc:spChg>
      </pc:sldChg>
      <pc:sldChg chg="modSp mod ord">
        <pc:chgData name="Cássia Perego" userId="c25d30c68340f7aa" providerId="LiveId" clId="{85133F86-8FBD-4BC5-8953-4831DD5A367E}" dt="2020-09-14T02:02:58.123" v="1997" actId="113"/>
        <pc:sldMkLst>
          <pc:docMk/>
          <pc:sldMk cId="526352440" sldId="511"/>
        </pc:sldMkLst>
        <pc:spChg chg="mod">
          <ac:chgData name="Cássia Perego" userId="c25d30c68340f7aa" providerId="LiveId" clId="{85133F86-8FBD-4BC5-8953-4831DD5A367E}" dt="2020-09-03T14:16:18.128" v="1216" actId="20577"/>
          <ac:spMkLst>
            <pc:docMk/>
            <pc:sldMk cId="526352440" sldId="511"/>
            <ac:spMk id="4" creationId="{00000000-0000-0000-0000-000000000000}"/>
          </ac:spMkLst>
        </pc:spChg>
        <pc:spChg chg="mod">
          <ac:chgData name="Cássia Perego" userId="c25d30c68340f7aa" providerId="LiveId" clId="{85133F86-8FBD-4BC5-8953-4831DD5A367E}" dt="2020-09-14T02:02:58.123" v="1997" actId="113"/>
          <ac:spMkLst>
            <pc:docMk/>
            <pc:sldMk cId="526352440" sldId="511"/>
            <ac:spMk id="20481" creationId="{00000000-0000-0000-0000-000000000000}"/>
          </ac:spMkLst>
        </pc:spChg>
      </pc:sldChg>
      <pc:sldChg chg="ord">
        <pc:chgData name="Cássia Perego" userId="c25d30c68340f7aa" providerId="LiveId" clId="{85133F86-8FBD-4BC5-8953-4831DD5A367E}" dt="2020-08-19T19:59:58.873" v="621" actId="20578"/>
        <pc:sldMkLst>
          <pc:docMk/>
          <pc:sldMk cId="591619936" sldId="512"/>
        </pc:sldMkLst>
      </pc:sldChg>
      <pc:sldChg chg="modSp mod">
        <pc:chgData name="Cássia Perego" userId="c25d30c68340f7aa" providerId="LiveId" clId="{85133F86-8FBD-4BC5-8953-4831DD5A367E}" dt="2020-09-14T02:04:05.812" v="1998"/>
        <pc:sldMkLst>
          <pc:docMk/>
          <pc:sldMk cId="582866098" sldId="513"/>
        </pc:sldMkLst>
        <pc:spChg chg="mod">
          <ac:chgData name="Cássia Perego" userId="c25d30c68340f7aa" providerId="LiveId" clId="{85133F86-8FBD-4BC5-8953-4831DD5A367E}" dt="2020-09-14T02:04:05.812" v="1998"/>
          <ac:spMkLst>
            <pc:docMk/>
            <pc:sldMk cId="582866098" sldId="513"/>
            <ac:spMk id="22529" creationId="{00000000-0000-0000-0000-000000000000}"/>
          </ac:spMkLst>
        </pc:spChg>
      </pc:sldChg>
      <pc:sldChg chg="modSp mod">
        <pc:chgData name="Cássia Perego" userId="c25d30c68340f7aa" providerId="LiveId" clId="{85133F86-8FBD-4BC5-8953-4831DD5A367E}" dt="2020-09-03T14:23:20.536" v="1323" actId="20577"/>
        <pc:sldMkLst>
          <pc:docMk/>
          <pc:sldMk cId="1496444322" sldId="514"/>
        </pc:sldMkLst>
        <pc:spChg chg="mod">
          <ac:chgData name="Cássia Perego" userId="c25d30c68340f7aa" providerId="LiveId" clId="{85133F86-8FBD-4BC5-8953-4831DD5A367E}" dt="2020-09-03T14:23:20.536" v="1323" actId="20577"/>
          <ac:spMkLst>
            <pc:docMk/>
            <pc:sldMk cId="1496444322" sldId="514"/>
            <ac:spMk id="23553" creationId="{00000000-0000-0000-0000-000000000000}"/>
          </ac:spMkLst>
        </pc:spChg>
      </pc:sldChg>
      <pc:sldChg chg="modSp mod">
        <pc:chgData name="Cássia Perego" userId="c25d30c68340f7aa" providerId="LiveId" clId="{85133F86-8FBD-4BC5-8953-4831DD5A367E}" dt="2020-09-03T14:24:15.992" v="1332" actId="20577"/>
        <pc:sldMkLst>
          <pc:docMk/>
          <pc:sldMk cId="1672014231" sldId="515"/>
        </pc:sldMkLst>
        <pc:spChg chg="mod">
          <ac:chgData name="Cássia Perego" userId="c25d30c68340f7aa" providerId="LiveId" clId="{85133F86-8FBD-4BC5-8953-4831DD5A367E}" dt="2020-09-03T14:24:15.992" v="1332" actId="20577"/>
          <ac:spMkLst>
            <pc:docMk/>
            <pc:sldMk cId="1672014231" sldId="515"/>
            <ac:spMk id="24577" creationId="{00000000-0000-0000-0000-000000000000}"/>
          </ac:spMkLst>
        </pc:spChg>
      </pc:sldChg>
      <pc:sldChg chg="modSp mod">
        <pc:chgData name="Cássia Perego" userId="c25d30c68340f7aa" providerId="LiveId" clId="{85133F86-8FBD-4BC5-8953-4831DD5A367E}" dt="2020-08-31T12:57:06.787" v="1074" actId="207"/>
        <pc:sldMkLst>
          <pc:docMk/>
          <pc:sldMk cId="1985822674" sldId="516"/>
        </pc:sldMkLst>
        <pc:graphicFrameChg chg="mod modGraphic">
          <ac:chgData name="Cássia Perego" userId="c25d30c68340f7aa" providerId="LiveId" clId="{85133F86-8FBD-4BC5-8953-4831DD5A367E}" dt="2020-08-31T12:57:06.787" v="1074" actId="207"/>
          <ac:graphicFrameMkLst>
            <pc:docMk/>
            <pc:sldMk cId="1985822674" sldId="516"/>
            <ac:graphicFrameMk id="25601" creationId="{00000000-0000-0000-0000-000000000000}"/>
          </ac:graphicFrameMkLst>
        </pc:graphicFrameChg>
      </pc:sldChg>
      <pc:sldChg chg="modSp add mod">
        <pc:chgData name="Cássia Perego" userId="c25d30c68340f7aa" providerId="LiveId" clId="{85133F86-8FBD-4BC5-8953-4831DD5A367E}" dt="2020-09-14T01:32:50.976" v="1881" actId="114"/>
        <pc:sldMkLst>
          <pc:docMk/>
          <pc:sldMk cId="287475597" sldId="518"/>
        </pc:sldMkLst>
        <pc:spChg chg="mod">
          <ac:chgData name="Cássia Perego" userId="c25d30c68340f7aa" providerId="LiveId" clId="{85133F86-8FBD-4BC5-8953-4831DD5A367E}" dt="2020-09-14T01:32:50.976" v="1881" actId="114"/>
          <ac:spMkLst>
            <pc:docMk/>
            <pc:sldMk cId="287475597" sldId="518"/>
            <ac:spMk id="27649" creationId="{00000000-0000-0000-0000-000000000000}"/>
          </ac:spMkLst>
        </pc:spChg>
      </pc:sldChg>
      <pc:sldChg chg="del ord">
        <pc:chgData name="Cássia Perego" userId="c25d30c68340f7aa" providerId="LiveId" clId="{85133F86-8FBD-4BC5-8953-4831DD5A367E}" dt="2020-08-19T20:00:24.086" v="623" actId="2696"/>
        <pc:sldMkLst>
          <pc:docMk/>
          <pc:sldMk cId="602190943" sldId="518"/>
        </pc:sldMkLst>
      </pc:sldChg>
      <pc:sldChg chg="add">
        <pc:chgData name="Cássia Perego" userId="c25d30c68340f7aa" providerId="LiveId" clId="{85133F86-8FBD-4BC5-8953-4831DD5A367E}" dt="2020-08-19T20:00:28.619" v="624"/>
        <pc:sldMkLst>
          <pc:docMk/>
          <pc:sldMk cId="2794709681" sldId="519"/>
        </pc:sldMkLst>
      </pc:sldChg>
      <pc:sldChg chg="modSp del mod ord">
        <pc:chgData name="Cássia Perego" userId="c25d30c68340f7aa" providerId="LiveId" clId="{85133F86-8FBD-4BC5-8953-4831DD5A367E}" dt="2020-08-19T20:00:24.086" v="623" actId="2696"/>
        <pc:sldMkLst>
          <pc:docMk/>
          <pc:sldMk cId="3562559217" sldId="519"/>
        </pc:sldMkLst>
        <pc:spChg chg="mod">
          <ac:chgData name="Cássia Perego" userId="c25d30c68340f7aa" providerId="LiveId" clId="{85133F86-8FBD-4BC5-8953-4831DD5A367E}" dt="2020-08-14T23:39:56.943" v="344" actId="20577"/>
          <ac:spMkLst>
            <pc:docMk/>
            <pc:sldMk cId="3562559217" sldId="519"/>
            <ac:spMk id="7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12:40.431" v="1345" actId="47"/>
        <pc:sldMkLst>
          <pc:docMk/>
          <pc:sldMk cId="1852164597" sldId="520"/>
        </pc:sldMkLst>
        <pc:spChg chg="mod">
          <ac:chgData name="Cássia Perego" userId="c25d30c68340f7aa" providerId="LiveId" clId="{85133F86-8FBD-4BC5-8953-4831DD5A367E}" dt="2020-09-03T14:51:17.548" v="1333"/>
          <ac:spMkLst>
            <pc:docMk/>
            <pc:sldMk cId="1852164597" sldId="520"/>
            <ac:spMk id="4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693532254" sldId="521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441721132" sldId="522"/>
        </pc:sldMkLst>
      </pc:sldChg>
      <pc:sldChg chg="modSp del mod">
        <pc:chgData name="Cássia Perego" userId="c25d30c68340f7aa" providerId="LiveId" clId="{85133F86-8FBD-4BC5-8953-4831DD5A367E}" dt="2020-09-11T23:12:40.431" v="1345" actId="47"/>
        <pc:sldMkLst>
          <pc:docMk/>
          <pc:sldMk cId="797625230" sldId="524"/>
        </pc:sldMkLst>
        <pc:spChg chg="mod">
          <ac:chgData name="Cássia Perego" userId="c25d30c68340f7aa" providerId="LiveId" clId="{85133F86-8FBD-4BC5-8953-4831DD5A367E}" dt="2020-09-08T19:38:46.615" v="1339" actId="113"/>
          <ac:spMkLst>
            <pc:docMk/>
            <pc:sldMk cId="797625230" sldId="524"/>
            <ac:spMk id="37891" creationId="{00000000-0000-0000-0000-000000000000}"/>
          </ac:spMkLst>
        </pc:spChg>
      </pc:sldChg>
      <pc:sldChg chg="modSp del mod">
        <pc:chgData name="Cássia Perego" userId="c25d30c68340f7aa" providerId="LiveId" clId="{85133F86-8FBD-4BC5-8953-4831DD5A367E}" dt="2020-09-11T23:12:40.431" v="1345" actId="47"/>
        <pc:sldMkLst>
          <pc:docMk/>
          <pc:sldMk cId="1275031205" sldId="525"/>
        </pc:sldMkLst>
        <pc:spChg chg="mod">
          <ac:chgData name="Cássia Perego" userId="c25d30c68340f7aa" providerId="LiveId" clId="{85133F86-8FBD-4BC5-8953-4831DD5A367E}" dt="2020-09-08T19:39:22.330" v="1343" actId="207"/>
          <ac:spMkLst>
            <pc:docMk/>
            <pc:sldMk cId="1275031205" sldId="525"/>
            <ac:spMk id="38915" creationId="{00000000-0000-0000-0000-000000000000}"/>
          </ac:spMkLst>
        </pc:spChg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028899186" sldId="526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479531241" sldId="527"/>
        </pc:sldMkLst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214893802" sldId="528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477847864" sldId="529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270153722" sldId="530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317802318" sldId="531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3070338738" sldId="532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1698109423" sldId="533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337488054" sldId="534"/>
        </pc:sldMkLst>
      </pc:sldChg>
      <pc:sldChg chg="del">
        <pc:chgData name="Cássia Perego" userId="c25d30c68340f7aa" providerId="LiveId" clId="{85133F86-8FBD-4BC5-8953-4831DD5A367E}" dt="2020-09-11T23:12:40.431" v="1345" actId="47"/>
        <pc:sldMkLst>
          <pc:docMk/>
          <pc:sldMk cId="2524507373" sldId="535"/>
        </pc:sldMkLst>
      </pc:sldChg>
      <pc:sldChg chg="del">
        <pc:chgData name="Cássia Perego" userId="c25d30c68340f7aa" providerId="LiveId" clId="{85133F86-8FBD-4BC5-8953-4831DD5A367E}" dt="2020-09-11T23:08:08.483" v="1344" actId="47"/>
        <pc:sldMkLst>
          <pc:docMk/>
          <pc:sldMk cId="3630010777" sldId="536"/>
        </pc:sldMkLst>
      </pc:sldChg>
      <pc:sldChg chg="modSp add mod">
        <pc:chgData name="Cássia Perego" userId="c25d30c68340f7aa" providerId="LiveId" clId="{85133F86-8FBD-4BC5-8953-4831DD5A367E}" dt="2020-09-14T01:17:27.607" v="1862" actId="207"/>
        <pc:sldMkLst>
          <pc:docMk/>
          <pc:sldMk cId="2411784745" sldId="537"/>
        </pc:sldMkLst>
        <pc:spChg chg="mod">
          <ac:chgData name="Cássia Perego" userId="c25d30c68340f7aa" providerId="LiveId" clId="{85133F86-8FBD-4BC5-8953-4831DD5A367E}" dt="2020-09-14T01:17:27.607" v="1862" actId="207"/>
          <ac:spMkLst>
            <pc:docMk/>
            <pc:sldMk cId="2411784745" sldId="537"/>
            <ac:spMk id="30721" creationId="{00000000-0000-0000-0000-000000000000}"/>
          </ac:spMkLst>
        </pc:spChg>
      </pc:sldChg>
      <pc:sldChg chg="modSp add mod">
        <pc:chgData name="Cássia Perego" userId="c25d30c68340f7aa" providerId="LiveId" clId="{85133F86-8FBD-4BC5-8953-4831DD5A367E}" dt="2020-09-01T20:04:58.070" v="1176" actId="20577"/>
        <pc:sldMkLst>
          <pc:docMk/>
          <pc:sldMk cId="2112524530" sldId="538"/>
        </pc:sldMkLst>
        <pc:spChg chg="mod">
          <ac:chgData name="Cássia Perego" userId="c25d30c68340f7aa" providerId="LiveId" clId="{85133F86-8FBD-4BC5-8953-4831DD5A367E}" dt="2020-09-01T20:04:58.070" v="1176" actId="20577"/>
          <ac:spMkLst>
            <pc:docMk/>
            <pc:sldMk cId="2112524530" sldId="538"/>
            <ac:spMk id="30721" creationId="{00000000-0000-0000-0000-000000000000}"/>
          </ac:spMkLst>
        </pc:spChg>
      </pc:sldChg>
      <pc:sldChg chg="modSp add mod">
        <pc:chgData name="Cássia Perego" userId="c25d30c68340f7aa" providerId="LiveId" clId="{85133F86-8FBD-4BC5-8953-4831DD5A367E}" dt="2020-09-01T20:05:05.606" v="1181" actId="20577"/>
        <pc:sldMkLst>
          <pc:docMk/>
          <pc:sldMk cId="3838349226" sldId="539"/>
        </pc:sldMkLst>
        <pc:spChg chg="mod">
          <ac:chgData name="Cássia Perego" userId="c25d30c68340f7aa" providerId="LiveId" clId="{85133F86-8FBD-4BC5-8953-4831DD5A367E}" dt="2020-09-01T20:05:05.606" v="1181" actId="20577"/>
          <ac:spMkLst>
            <pc:docMk/>
            <pc:sldMk cId="3838349226" sldId="539"/>
            <ac:spMk id="30721" creationId="{00000000-0000-0000-0000-000000000000}"/>
          </ac:spMkLst>
        </pc:spChg>
      </pc:sldChg>
      <pc:sldChg chg="modSp add mod">
        <pc:chgData name="Cássia Perego" userId="c25d30c68340f7aa" providerId="LiveId" clId="{85133F86-8FBD-4BC5-8953-4831DD5A367E}" dt="2020-09-14T01:37:09.260" v="1908" actId="6549"/>
        <pc:sldMkLst>
          <pc:docMk/>
          <pc:sldMk cId="2696815570" sldId="540"/>
        </pc:sldMkLst>
        <pc:spChg chg="mod">
          <ac:chgData name="Cássia Perego" userId="c25d30c68340f7aa" providerId="LiveId" clId="{85133F86-8FBD-4BC5-8953-4831DD5A367E}" dt="2020-09-14T01:37:09.260" v="1908" actId="6549"/>
          <ac:spMkLst>
            <pc:docMk/>
            <pc:sldMk cId="2696815570" sldId="540"/>
            <ac:spMk id="30721" creationId="{00000000-0000-0000-0000-000000000000}"/>
          </ac:spMkLst>
        </pc:spChg>
      </pc:sldChg>
      <pc:sldChg chg="modSp add del mod">
        <pc:chgData name="Cássia Perego" userId="c25d30c68340f7aa" providerId="LiveId" clId="{85133F86-8FBD-4BC5-8953-4831DD5A367E}" dt="2020-09-01T20:13:08.331" v="1201" actId="47"/>
        <pc:sldMkLst>
          <pc:docMk/>
          <pc:sldMk cId="2412608540" sldId="541"/>
        </pc:sldMkLst>
        <pc:spChg chg="mod">
          <ac:chgData name="Cássia Perego" userId="c25d30c68340f7aa" providerId="LiveId" clId="{85133F86-8FBD-4BC5-8953-4831DD5A367E}" dt="2020-09-01T20:12:20.248" v="1197" actId="6549"/>
          <ac:spMkLst>
            <pc:docMk/>
            <pc:sldMk cId="2412608540" sldId="541"/>
            <ac:spMk id="30721" creationId="{00000000-0000-0000-0000-000000000000}"/>
          </ac:spMkLst>
        </pc:spChg>
      </pc:sldChg>
      <pc:sldChg chg="modSp add del mod">
        <pc:chgData name="Cássia Perego" userId="c25d30c68340f7aa" providerId="LiveId" clId="{85133F86-8FBD-4BC5-8953-4831DD5A367E}" dt="2020-09-14T02:02:38.506" v="1996" actId="20577"/>
        <pc:sldMkLst>
          <pc:docMk/>
          <pc:sldMk cId="4272747767" sldId="542"/>
        </pc:sldMkLst>
        <pc:spChg chg="mod">
          <ac:chgData name="Cássia Perego" userId="c25d30c68340f7aa" providerId="LiveId" clId="{85133F86-8FBD-4BC5-8953-4831DD5A367E}" dt="2020-09-14T02:02:38.506" v="1996" actId="20577"/>
          <ac:spMkLst>
            <pc:docMk/>
            <pc:sldMk cId="4272747767" sldId="542"/>
            <ac:spMk id="30721" creationId="{00000000-0000-0000-0000-000000000000}"/>
          </ac:spMkLst>
        </pc:spChg>
      </pc:sldChg>
      <pc:sldChg chg="addSp modSp add mod">
        <pc:chgData name="Cássia Perego" userId="c25d30c68340f7aa" providerId="LiveId" clId="{85133F86-8FBD-4BC5-8953-4831DD5A367E}" dt="2020-09-14T01:33:38.433" v="1882" actId="113"/>
        <pc:sldMkLst>
          <pc:docMk/>
          <pc:sldMk cId="1413199313" sldId="543"/>
        </pc:sldMkLst>
        <pc:spChg chg="add mod">
          <ac:chgData name="Cássia Perego" userId="c25d30c68340f7aa" providerId="LiveId" clId="{85133F86-8FBD-4BC5-8953-4831DD5A367E}" dt="2020-09-14T01:10:28.781" v="1778" actId="1076"/>
          <ac:spMkLst>
            <pc:docMk/>
            <pc:sldMk cId="1413199313" sldId="543"/>
            <ac:spMk id="2" creationId="{B69CD88C-E45E-45E3-82E5-61FE0EED29E7}"/>
          </ac:spMkLst>
        </pc:spChg>
        <pc:spChg chg="mod">
          <ac:chgData name="Cássia Perego" userId="c25d30c68340f7aa" providerId="LiveId" clId="{85133F86-8FBD-4BC5-8953-4831DD5A367E}" dt="2020-09-14T01:06:45.283" v="1703" actId="20577"/>
          <ac:spMkLst>
            <pc:docMk/>
            <pc:sldMk cId="1413199313" sldId="543"/>
            <ac:spMk id="4" creationId="{00000000-0000-0000-0000-000000000000}"/>
          </ac:spMkLst>
        </pc:spChg>
        <pc:spChg chg="mod">
          <ac:chgData name="Cássia Perego" userId="c25d30c68340f7aa" providerId="LiveId" clId="{85133F86-8FBD-4BC5-8953-4831DD5A367E}" dt="2020-09-14T01:33:38.433" v="1882" actId="113"/>
          <ac:spMkLst>
            <pc:docMk/>
            <pc:sldMk cId="1413199313" sldId="543"/>
            <ac:spMk id="2765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1C0D80-995C-4AAF-AD06-14C6473D6B8A}" type="datetimeFigureOut">
              <a:rPr lang="pt-BR"/>
              <a:pPr>
                <a:defRPr/>
              </a:pPr>
              <a:t>10/09/2026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A459037-7B5E-4F8D-BE86-D69BF7A4CB4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18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273478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‹#›</a:t>
            </a:r>
          </a:p>
        </p:txBody>
      </p:sp>
      <p:sp>
        <p:nvSpPr>
          <p:cNvPr id="28675" name="Text Box 2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sz="1200"/>
              <a:t>1</a:t>
            </a:r>
          </a:p>
        </p:txBody>
      </p:sp>
      <p:sp>
        <p:nvSpPr>
          <p:cNvPr id="2867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8677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b="1" dirty="0"/>
              <a:t>Antes de </a:t>
            </a:r>
            <a:r>
              <a:rPr lang="en-US" b="1" dirty="0" err="1"/>
              <a:t>começar</a:t>
            </a:r>
            <a:r>
              <a:rPr lang="en-US" b="1" dirty="0"/>
              <a:t>:</a:t>
            </a:r>
          </a:p>
          <a:p>
            <a:pPr eaLnBrk="1" hangingPunct="1"/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alunos</a:t>
            </a:r>
            <a:r>
              <a:rPr lang="en-US" dirty="0"/>
              <a:t> que </a:t>
            </a:r>
            <a:r>
              <a:rPr lang="en-US" dirty="0" err="1"/>
              <a:t>participam</a:t>
            </a:r>
            <a:r>
              <a:rPr lang="en-US" dirty="0"/>
              <a:t>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saber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iniciar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fluxos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Aprovação</a:t>
            </a:r>
            <a:r>
              <a:rPr lang="en-US" dirty="0"/>
              <a:t> e </a:t>
            </a:r>
            <a:r>
              <a:rPr lang="en-US" dirty="0" err="1"/>
              <a:t>Coletar</a:t>
            </a:r>
            <a:r>
              <a:rPr lang="en-US" dirty="0"/>
              <a:t> </a:t>
            </a:r>
            <a:r>
              <a:rPr lang="en-US" dirty="0" err="1"/>
              <a:t>Comentários</a:t>
            </a:r>
            <a:r>
              <a:rPr lang="en-US" dirty="0"/>
              <a:t> e </a:t>
            </a:r>
            <a:r>
              <a:rPr lang="en-US" dirty="0" err="1"/>
              <a:t>compreender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eles</a:t>
            </a:r>
            <a:r>
              <a:rPr lang="en-US" dirty="0"/>
              <a:t> </a:t>
            </a:r>
            <a:r>
              <a:rPr lang="en-US" dirty="0" err="1"/>
              <a:t>funcionam</a:t>
            </a:r>
            <a:r>
              <a:rPr lang="en-US" dirty="0"/>
              <a:t>. Como </a:t>
            </a:r>
            <a:r>
              <a:rPr lang="en-US" dirty="0" err="1"/>
              <a:t>alternativa</a:t>
            </a:r>
            <a:r>
              <a:rPr lang="en-US" dirty="0"/>
              <a:t>,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assistir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apresentações</a:t>
            </a:r>
            <a:r>
              <a:rPr lang="en-US" dirty="0"/>
              <a:t> de </a:t>
            </a:r>
            <a:r>
              <a:rPr lang="en-US" dirty="0" err="1"/>
              <a:t>treinamento</a:t>
            </a:r>
            <a:r>
              <a:rPr lang="en-US" dirty="0"/>
              <a:t> do Microsoft Office Online "</a:t>
            </a:r>
            <a:r>
              <a:rPr lang="en-US" dirty="0" err="1"/>
              <a:t>Fluxos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I: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saber” e "</a:t>
            </a:r>
            <a:r>
              <a:rPr lang="en-US" dirty="0" err="1"/>
              <a:t>Fluxos</a:t>
            </a:r>
            <a:r>
              <a:rPr lang="en-US" dirty="0"/>
              <a:t> de </a:t>
            </a:r>
            <a:r>
              <a:rPr lang="en-US" dirty="0" err="1"/>
              <a:t>trabalho</a:t>
            </a:r>
            <a:r>
              <a:rPr lang="en-US" dirty="0"/>
              <a:t> II: </a:t>
            </a:r>
            <a:r>
              <a:rPr lang="en-US" dirty="0" err="1"/>
              <a:t>coletar</a:t>
            </a:r>
            <a:r>
              <a:rPr lang="en-US" dirty="0"/>
              <a:t> </a:t>
            </a:r>
            <a:r>
              <a:rPr lang="en-US" dirty="0" err="1"/>
              <a:t>comentários</a:t>
            </a:r>
            <a:r>
              <a:rPr lang="en-US" dirty="0"/>
              <a:t> para um </a:t>
            </a:r>
            <a:r>
              <a:rPr lang="en-US" dirty="0" err="1"/>
              <a:t>arquivo</a:t>
            </a:r>
            <a:r>
              <a:rPr lang="en-US" dirty="0"/>
              <a:t>". </a:t>
            </a:r>
          </a:p>
          <a:p>
            <a:pPr eaLnBrk="1" hangingPunct="1"/>
            <a:r>
              <a:rPr lang="en-US" dirty="0"/>
              <a:t>[</a:t>
            </a:r>
            <a:r>
              <a:rPr lang="en-US" b="1" dirty="0" err="1"/>
              <a:t>Observações</a:t>
            </a:r>
            <a:r>
              <a:rPr lang="en-US" b="1" dirty="0"/>
              <a:t> para o </a:t>
            </a:r>
            <a:r>
              <a:rPr lang="en-US" b="1" dirty="0" err="1"/>
              <a:t>instrutor</a:t>
            </a:r>
            <a:r>
              <a:rPr lang="en-US" dirty="0"/>
              <a:t>: </a:t>
            </a:r>
          </a:p>
          <a:p>
            <a:pPr eaLnBrk="1" hangingPunct="1">
              <a:buFontTx/>
              <a:buChar char="•"/>
            </a:pPr>
            <a:r>
              <a:rPr lang="en-US" dirty="0"/>
              <a:t>Para </a:t>
            </a:r>
            <a:r>
              <a:rPr lang="en-US" dirty="0" err="1"/>
              <a:t>obter</a:t>
            </a:r>
            <a:r>
              <a:rPr lang="en-US" dirty="0"/>
              <a:t> </a:t>
            </a:r>
            <a:r>
              <a:rPr lang="en-US" dirty="0" err="1"/>
              <a:t>ajuda</a:t>
            </a:r>
            <a:r>
              <a:rPr lang="en-US" dirty="0"/>
              <a:t> </a:t>
            </a:r>
            <a:r>
              <a:rPr lang="en-US" dirty="0" err="1"/>
              <a:t>detalhada</a:t>
            </a:r>
            <a:r>
              <a:rPr lang="en-US" dirty="0"/>
              <a:t> com a </a:t>
            </a:r>
            <a:r>
              <a:rPr lang="en-US" dirty="0" err="1"/>
              <a:t>personalização</a:t>
            </a:r>
            <a:r>
              <a:rPr lang="en-US" dirty="0"/>
              <a:t>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, </a:t>
            </a:r>
            <a:r>
              <a:rPr lang="en-US" dirty="0" err="1"/>
              <a:t>consulte</a:t>
            </a:r>
            <a:r>
              <a:rPr lang="en-US" dirty="0"/>
              <a:t> o </a:t>
            </a:r>
            <a:r>
              <a:rPr lang="en-US" dirty="0" err="1"/>
              <a:t>último</a:t>
            </a:r>
            <a:r>
              <a:rPr lang="en-US" dirty="0"/>
              <a:t> slide. </a:t>
            </a:r>
            <a:r>
              <a:rPr lang="en-US" dirty="0" err="1"/>
              <a:t>Além</a:t>
            </a:r>
            <a:r>
              <a:rPr lang="en-US" dirty="0"/>
              <a:t> disso, procure </a:t>
            </a:r>
            <a:r>
              <a:rPr lang="en-US" dirty="0" err="1"/>
              <a:t>textos</a:t>
            </a:r>
            <a:r>
              <a:rPr lang="en-US" dirty="0"/>
              <a:t> </a:t>
            </a:r>
            <a:r>
              <a:rPr lang="en-US" dirty="0" err="1"/>
              <a:t>adicionais</a:t>
            </a:r>
            <a:r>
              <a:rPr lang="en-US" dirty="0"/>
              <a:t> da </a:t>
            </a:r>
            <a:r>
              <a:rPr lang="en-US" dirty="0" err="1"/>
              <a:t>lição</a:t>
            </a:r>
            <a:r>
              <a:rPr lang="en-US" dirty="0"/>
              <a:t> no </a:t>
            </a:r>
            <a:r>
              <a:rPr lang="en-US" dirty="0" err="1"/>
              <a:t>painel</a:t>
            </a:r>
            <a:r>
              <a:rPr lang="en-US" dirty="0"/>
              <a:t> de </a:t>
            </a:r>
            <a:r>
              <a:rPr lang="en-US" dirty="0" err="1"/>
              <a:t>anotações</a:t>
            </a:r>
            <a:r>
              <a:rPr lang="en-US" dirty="0"/>
              <a:t> de </a:t>
            </a:r>
            <a:r>
              <a:rPr lang="en-US" dirty="0" err="1"/>
              <a:t>alguns</a:t>
            </a:r>
            <a:r>
              <a:rPr lang="en-US" dirty="0"/>
              <a:t> slides.</a:t>
            </a:r>
          </a:p>
          <a:p>
            <a:pPr eaLnBrk="1" hangingPunct="1">
              <a:buFontTx/>
              <a:buChar char="•"/>
            </a:pPr>
            <a:r>
              <a:rPr lang="en-US" b="1" dirty="0" err="1"/>
              <a:t>Animações</a:t>
            </a:r>
            <a:r>
              <a:rPr lang="en-US" b="1" dirty="0"/>
              <a:t> </a:t>
            </a:r>
            <a:r>
              <a:rPr lang="en-US" b="1" dirty="0" err="1"/>
              <a:t>em</a:t>
            </a:r>
            <a:r>
              <a:rPr lang="en-US" b="1" dirty="0"/>
              <a:t> Adobe Flash</a:t>
            </a:r>
            <a:r>
              <a:rPr lang="en-US" dirty="0"/>
              <a:t>: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</a:t>
            </a:r>
            <a:r>
              <a:rPr lang="en-US" dirty="0" err="1"/>
              <a:t>animações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Flash, que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executadas</a:t>
            </a:r>
            <a:r>
              <a:rPr lang="en-US" dirty="0"/>
              <a:t> no PowerPoint 2000 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versões</a:t>
            </a:r>
            <a:r>
              <a:rPr lang="en-US" dirty="0"/>
              <a:t> </a:t>
            </a:r>
            <a:r>
              <a:rPr lang="en-US" dirty="0" err="1"/>
              <a:t>posteriores</a:t>
            </a:r>
            <a:r>
              <a:rPr lang="en-US" dirty="0"/>
              <a:t>. No </a:t>
            </a:r>
            <a:r>
              <a:rPr lang="en-US" dirty="0" err="1"/>
              <a:t>entanto</a:t>
            </a:r>
            <a:r>
              <a:rPr lang="en-US" dirty="0"/>
              <a:t>, se </a:t>
            </a:r>
            <a:r>
              <a:rPr lang="en-US" dirty="0" err="1"/>
              <a:t>quiser</a:t>
            </a:r>
            <a:r>
              <a:rPr lang="en-US" dirty="0"/>
              <a:t> </a:t>
            </a:r>
            <a:r>
              <a:rPr lang="en-US" dirty="0" err="1"/>
              <a:t>salvar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no PowerPoint 2007, salve-o no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arquivo</a:t>
            </a:r>
            <a:r>
              <a:rPr lang="en-US" dirty="0"/>
              <a:t> anterior do PowerPoint: </a:t>
            </a:r>
            <a:r>
              <a:rPr lang="en-US" b="1" dirty="0" err="1"/>
              <a:t>Apresentação</a:t>
            </a:r>
            <a:r>
              <a:rPr lang="en-US" b="1" dirty="0"/>
              <a:t> do PowerPoint 97-2003 (*.</a:t>
            </a:r>
            <a:r>
              <a:rPr lang="en-US" b="1" dirty="0" err="1"/>
              <a:t>ppt</a:t>
            </a:r>
            <a:r>
              <a:rPr lang="en-US" b="1" dirty="0"/>
              <a:t>)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b="1" dirty="0" err="1"/>
              <a:t>Modelo</a:t>
            </a:r>
            <a:r>
              <a:rPr lang="en-US" b="1" dirty="0"/>
              <a:t> do PowerPoint 97-2003 (*.PT)</a:t>
            </a:r>
            <a:r>
              <a:rPr lang="en-US" dirty="0"/>
              <a:t> (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verá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arquivos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caixa</a:t>
            </a:r>
            <a:r>
              <a:rPr lang="en-US" dirty="0"/>
              <a:t> de </a:t>
            </a:r>
            <a:r>
              <a:rPr lang="en-US" dirty="0" err="1"/>
              <a:t>diálogo</a:t>
            </a:r>
            <a:r>
              <a:rPr lang="en-US" dirty="0"/>
              <a:t> </a:t>
            </a:r>
            <a:r>
              <a:rPr lang="en-US" b="1" dirty="0" err="1"/>
              <a:t>Salvar</a:t>
            </a:r>
            <a:r>
              <a:rPr lang="en-US" b="1" dirty="0"/>
              <a:t> </a:t>
            </a:r>
            <a:r>
              <a:rPr lang="en-US" b="1" dirty="0" err="1"/>
              <a:t>como</a:t>
            </a:r>
            <a:r>
              <a:rPr lang="en-US" dirty="0"/>
              <a:t>,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de </a:t>
            </a:r>
            <a:r>
              <a:rPr lang="en-US" b="1" dirty="0" err="1"/>
              <a:t>Salvar</a:t>
            </a:r>
            <a:r>
              <a:rPr lang="en-US" b="1" dirty="0"/>
              <a:t> </a:t>
            </a:r>
            <a:r>
              <a:rPr lang="en-US" b="1" dirty="0" err="1"/>
              <a:t>como</a:t>
            </a:r>
            <a:r>
              <a:rPr lang="en-US" b="1" dirty="0"/>
              <a:t> </a:t>
            </a:r>
            <a:r>
              <a:rPr lang="en-US" b="1" dirty="0" err="1"/>
              <a:t>tipo</a:t>
            </a:r>
            <a:r>
              <a:rPr lang="en-US" b="1" dirty="0"/>
              <a:t>)</a:t>
            </a:r>
            <a:r>
              <a:rPr lang="en-US" dirty="0"/>
              <a:t>. </a:t>
            </a:r>
            <a:br>
              <a:rPr lang="en-US" dirty="0"/>
            </a:br>
            <a:r>
              <a:rPr lang="en-US" b="1" dirty="0"/>
              <a:t>Aviso:</a:t>
            </a:r>
            <a:r>
              <a:rPr lang="en-US" dirty="0"/>
              <a:t> se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salvá</a:t>
            </a:r>
            <a:r>
              <a:rPr lang="en-US" dirty="0"/>
              <a:t>-lo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formato</a:t>
            </a:r>
            <a:r>
              <a:rPr lang="en-US" dirty="0"/>
              <a:t> de </a:t>
            </a:r>
            <a:r>
              <a:rPr lang="en-US" dirty="0" err="1"/>
              <a:t>arquivo</a:t>
            </a:r>
            <a:r>
              <a:rPr lang="en-US" dirty="0"/>
              <a:t> do PowerPoint 2007,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b="1" dirty="0" err="1"/>
              <a:t>Apresentação</a:t>
            </a:r>
            <a:r>
              <a:rPr lang="en-US" b="1" dirty="0"/>
              <a:t> do PowerPoint (*.</a:t>
            </a:r>
            <a:r>
              <a:rPr lang="en-US" b="1" dirty="0" err="1"/>
              <a:t>pptx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b="1" dirty="0" err="1"/>
              <a:t>Modelo</a:t>
            </a:r>
            <a:r>
              <a:rPr lang="en-US" b="1" dirty="0"/>
              <a:t> do PowerPoint (*.</a:t>
            </a:r>
            <a:r>
              <a:rPr lang="en-US" b="1" dirty="0" err="1"/>
              <a:t>potx</a:t>
            </a:r>
            <a:r>
              <a:rPr lang="en-US" b="1" dirty="0"/>
              <a:t>)</a:t>
            </a:r>
            <a:r>
              <a:rPr lang="en-US" dirty="0"/>
              <a:t>, as </a:t>
            </a:r>
            <a:r>
              <a:rPr lang="en-US" dirty="0" err="1"/>
              <a:t>animações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preservadas</a:t>
            </a:r>
            <a:r>
              <a:rPr lang="en-US" dirty="0"/>
              <a:t> no </a:t>
            </a:r>
            <a:r>
              <a:rPr lang="en-US" dirty="0" err="1"/>
              <a:t>arquivo</a:t>
            </a:r>
            <a:r>
              <a:rPr lang="en-US" dirty="0"/>
              <a:t> salvo.</a:t>
            </a:r>
            <a:endParaRPr lang="en-US" b="1" dirty="0"/>
          </a:p>
          <a:p>
            <a:pPr eaLnBrk="1" hangingPunct="1">
              <a:buFontTx/>
              <a:buChar char="•"/>
            </a:pPr>
            <a:r>
              <a:rPr lang="en-US" b="1" dirty="0" err="1"/>
              <a:t>Além</a:t>
            </a:r>
            <a:r>
              <a:rPr lang="en-US" b="1" dirty="0"/>
              <a:t> disso</a:t>
            </a:r>
            <a:r>
              <a:rPr lang="en-US" dirty="0"/>
              <a:t>: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apresentação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</a:t>
            </a:r>
            <a:r>
              <a:rPr lang="en-US" dirty="0" err="1"/>
              <a:t>animações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Flash, </a:t>
            </a:r>
            <a:r>
              <a:rPr lang="en-US" dirty="0" err="1"/>
              <a:t>salvar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 com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exibida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de aviso </a:t>
            </a:r>
            <a:r>
              <a:rPr lang="en-US" dirty="0" err="1"/>
              <a:t>relacionada</a:t>
            </a:r>
            <a:r>
              <a:rPr lang="en-US" dirty="0"/>
              <a:t> a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pessoais</a:t>
            </a:r>
            <a:r>
              <a:rPr lang="en-US" dirty="0"/>
              <a:t>. A </a:t>
            </a:r>
            <a:r>
              <a:rPr lang="en-US" dirty="0" err="1"/>
              <a:t>menos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adicione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propriedades</a:t>
            </a:r>
            <a:r>
              <a:rPr lang="en-US" dirty="0"/>
              <a:t> do </a:t>
            </a:r>
            <a:r>
              <a:rPr lang="en-US" dirty="0" err="1"/>
              <a:t>próprio</a:t>
            </a:r>
            <a:r>
              <a:rPr lang="en-US" dirty="0"/>
              <a:t> </a:t>
            </a:r>
            <a:r>
              <a:rPr lang="en-US" dirty="0" err="1"/>
              <a:t>arquivo</a:t>
            </a:r>
            <a:r>
              <a:rPr lang="en-US" dirty="0"/>
              <a:t> Flash, </a:t>
            </a:r>
            <a:r>
              <a:rPr lang="en-US" dirty="0" err="1"/>
              <a:t>esse</a:t>
            </a:r>
            <a:r>
              <a:rPr lang="en-US" dirty="0"/>
              <a:t> aviso </a:t>
            </a:r>
            <a:r>
              <a:rPr lang="en-US" dirty="0" err="1"/>
              <a:t>não</a:t>
            </a:r>
            <a:r>
              <a:rPr lang="en-US" dirty="0"/>
              <a:t> se </a:t>
            </a:r>
            <a:r>
              <a:rPr lang="en-US" dirty="0" err="1"/>
              <a:t>aplicará</a:t>
            </a:r>
            <a:r>
              <a:rPr lang="en-US" dirty="0"/>
              <a:t> a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apresentação</a:t>
            </a:r>
            <a:r>
              <a:rPr lang="en-US" dirty="0"/>
              <a:t>. Clique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b="1" dirty="0"/>
              <a:t>OK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.]</a:t>
            </a:r>
          </a:p>
        </p:txBody>
      </p:sp>
    </p:spTree>
    <p:extLst>
      <p:ext uri="{BB962C8B-B14F-4D97-AF65-F5344CB8AC3E}">
        <p14:creationId xmlns:p14="http://schemas.microsoft.com/office/powerpoint/2010/main" val="704701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4E317F-1148-4C77-AE05-7B5E85A320A5}" type="slidenum">
              <a:rPr lang="pt-BR"/>
              <a:pPr/>
              <a:t>2</a:t>
            </a:fld>
            <a:endParaRPr lang="pt-BR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312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946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42A885-0776-4722-A866-ABDC2510309C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952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4E317F-1148-4C77-AE05-7B5E85A320A5}" type="slidenum">
              <a:rPr lang="pt-BR"/>
              <a:pPr/>
              <a:t>4</a:t>
            </a:fld>
            <a:endParaRPr lang="pt-BR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553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04E317F-1148-4C77-AE05-7B5E85A320A5}" type="slidenum">
              <a:rPr lang="pt-BR"/>
              <a:pPr/>
              <a:t>5</a:t>
            </a:fld>
            <a:endParaRPr lang="pt-BR"/>
          </a:p>
        </p:txBody>
      </p:sp>
      <p:sp>
        <p:nvSpPr>
          <p:cNvPr id="5734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46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2ED3EDA-772A-41E6-AE70-819C5AC40B07}" type="slidenum">
              <a:rPr lang="pt-BR"/>
              <a:pPr/>
              <a:t>6</a:t>
            </a:fld>
            <a:endParaRPr lang="pt-BR"/>
          </a:p>
        </p:txBody>
      </p:sp>
      <p:sp>
        <p:nvSpPr>
          <p:cNvPr id="583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04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C33FB8-0C28-46BD-8B02-0A89E41B5C92}" type="slidenum">
              <a:rPr lang="pt-BR"/>
              <a:pPr/>
              <a:t>7</a:t>
            </a:fld>
            <a:endParaRPr lang="pt-BR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849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5A8BD72-8B4F-4234-9ABE-69363D74CBA9}" type="slidenum">
              <a:rPr lang="pt-BR"/>
              <a:pPr/>
              <a:t>8</a:t>
            </a:fld>
            <a:endParaRPr lang="pt-BR"/>
          </a:p>
        </p:txBody>
      </p:sp>
      <p:sp>
        <p:nvSpPr>
          <p:cNvPr id="614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332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C33FB8-0C28-46BD-8B02-0A89E41B5C92}" type="slidenum">
              <a:rPr lang="pt-BR"/>
              <a:pPr/>
              <a:t>9</a:t>
            </a:fld>
            <a:endParaRPr lang="pt-BR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778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C33FB8-0C28-46BD-8B02-0A89E41B5C92}" type="slidenum">
              <a:rPr lang="pt-BR"/>
              <a:pPr/>
              <a:t>10</a:t>
            </a:fld>
            <a:endParaRPr lang="pt-BR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25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C33FB8-0C28-46BD-8B02-0A89E41B5C92}" type="slidenum">
              <a:rPr lang="pt-BR"/>
              <a:pPr/>
              <a:t>11</a:t>
            </a:fld>
            <a:endParaRPr lang="pt-BR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614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C33FB8-0C28-46BD-8B02-0A89E41B5C92}" type="slidenum">
              <a:rPr lang="pt-BR"/>
              <a:pPr/>
              <a:t>12</a:t>
            </a:fld>
            <a:endParaRPr lang="pt-BR"/>
          </a:p>
        </p:txBody>
      </p:sp>
      <p:sp>
        <p:nvSpPr>
          <p:cNvPr id="604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141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9EDF062-48F1-4013-9784-9B2A8ADAEB38}" type="slidenum">
              <a:rPr lang="pt-BR"/>
              <a:pPr/>
              <a:t>13</a:t>
            </a:fld>
            <a:endParaRPr lang="pt-BR"/>
          </a:p>
        </p:txBody>
      </p:sp>
      <p:sp>
        <p:nvSpPr>
          <p:cNvPr id="501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243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5180036-77FD-4F51-A7BB-D2523359697D}" type="slidenum">
              <a:rPr lang="pt-BR"/>
              <a:pPr/>
              <a:t>14</a:t>
            </a:fld>
            <a:endParaRPr lang="pt-BR"/>
          </a:p>
        </p:txBody>
      </p:sp>
      <p:sp>
        <p:nvSpPr>
          <p:cNvPr id="512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549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50AF695-7A3D-4188-9B05-9B30D8354E70}" type="slidenum">
              <a:rPr lang="pt-BR"/>
              <a:pPr/>
              <a:t>15</a:t>
            </a:fld>
            <a:endParaRPr lang="pt-BR"/>
          </a:p>
        </p:txBody>
      </p:sp>
      <p:sp>
        <p:nvSpPr>
          <p:cNvPr id="522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816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068C9A7-840E-4EE1-BF14-132FC9020B87}" type="slidenum">
              <a:rPr lang="pt-BR"/>
              <a:pPr/>
              <a:t>16</a:t>
            </a:fld>
            <a:endParaRPr lang="pt-BR"/>
          </a:p>
        </p:txBody>
      </p:sp>
      <p:sp>
        <p:nvSpPr>
          <p:cNvPr id="532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658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3EF10B3-26FB-4EFD-8995-7A52AD5F3464}" type="slidenum">
              <a:rPr lang="pt-BR"/>
              <a:pPr/>
              <a:t>17</a:t>
            </a:fld>
            <a:endParaRPr lang="pt-BR"/>
          </a:p>
        </p:txBody>
      </p:sp>
      <p:sp>
        <p:nvSpPr>
          <p:cNvPr id="542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381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3955233-EC66-4C1C-9571-D9457BEA8C8F}" type="slidenum">
              <a:rPr lang="pt-BR"/>
              <a:pPr/>
              <a:t>18</a:t>
            </a:fld>
            <a:endParaRPr lang="pt-BR"/>
          </a:p>
        </p:txBody>
      </p:sp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1245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BF0E4A6-1777-4612-B098-A49C43155621}" type="slidenum">
              <a:rPr lang="pt-BR"/>
              <a:pPr/>
              <a:t>19</a:t>
            </a:fld>
            <a:endParaRPr lang="pt-BR"/>
          </a:p>
        </p:txBody>
      </p:sp>
      <p:sp>
        <p:nvSpPr>
          <p:cNvPr id="5632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94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5207798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88121954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26900384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784" y="914400"/>
            <a:ext cx="5518149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133" y="914400"/>
            <a:ext cx="5520267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48193894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94252183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48505116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Forma livre 1"/>
          <p:cNvSpPr/>
          <p:nvPr userDrawn="1"/>
        </p:nvSpPr>
        <p:spPr>
          <a:xfrm>
            <a:off x="-4370" y="2920179"/>
            <a:ext cx="12196371" cy="3765756"/>
          </a:xfrm>
          <a:custGeom>
            <a:avLst/>
            <a:gdLst>
              <a:gd name="connsiteX0" fmla="*/ 0 w 9144000"/>
              <a:gd name="connsiteY0" fmla="*/ 0 h 1602658"/>
              <a:gd name="connsiteX1" fmla="*/ 9144000 w 9144000"/>
              <a:gd name="connsiteY1" fmla="*/ 0 h 1602658"/>
              <a:gd name="connsiteX2" fmla="*/ 9144000 w 9144000"/>
              <a:gd name="connsiteY2" fmla="*/ 1602658 h 1602658"/>
              <a:gd name="connsiteX3" fmla="*/ 0 w 9144000"/>
              <a:gd name="connsiteY3" fmla="*/ 1602658 h 1602658"/>
              <a:gd name="connsiteX4" fmla="*/ 0 w 9144000"/>
              <a:gd name="connsiteY4" fmla="*/ 0 h 1602658"/>
              <a:gd name="connsiteX0" fmla="*/ 10205 w 9144000"/>
              <a:gd name="connsiteY0" fmla="*/ 0 h 2478119"/>
              <a:gd name="connsiteX1" fmla="*/ 9144000 w 9144000"/>
              <a:gd name="connsiteY1" fmla="*/ 875461 h 2478119"/>
              <a:gd name="connsiteX2" fmla="*/ 9144000 w 9144000"/>
              <a:gd name="connsiteY2" fmla="*/ 2478119 h 2478119"/>
              <a:gd name="connsiteX3" fmla="*/ 0 w 9144000"/>
              <a:gd name="connsiteY3" fmla="*/ 2478119 h 2478119"/>
              <a:gd name="connsiteX4" fmla="*/ 10205 w 9144000"/>
              <a:gd name="connsiteY4" fmla="*/ 0 h 2478119"/>
              <a:gd name="connsiteX0" fmla="*/ 357186 w 9490981"/>
              <a:gd name="connsiteY0" fmla="*/ 0 h 2492239"/>
              <a:gd name="connsiteX1" fmla="*/ 9490981 w 9490981"/>
              <a:gd name="connsiteY1" fmla="*/ 875461 h 2492239"/>
              <a:gd name="connsiteX2" fmla="*/ 9490981 w 9490981"/>
              <a:gd name="connsiteY2" fmla="*/ 2478119 h 2492239"/>
              <a:gd name="connsiteX3" fmla="*/ 0 w 9490981"/>
              <a:gd name="connsiteY3" fmla="*/ 2492239 h 2492239"/>
              <a:gd name="connsiteX4" fmla="*/ 357186 w 9490981"/>
              <a:gd name="connsiteY4" fmla="*/ 0 h 2492239"/>
              <a:gd name="connsiteX0" fmla="*/ 3402 w 9494383"/>
              <a:gd name="connsiteY0" fmla="*/ 0 h 2704044"/>
              <a:gd name="connsiteX1" fmla="*/ 9494383 w 9494383"/>
              <a:gd name="connsiteY1" fmla="*/ 1087266 h 2704044"/>
              <a:gd name="connsiteX2" fmla="*/ 9494383 w 9494383"/>
              <a:gd name="connsiteY2" fmla="*/ 2689924 h 2704044"/>
              <a:gd name="connsiteX3" fmla="*/ 3402 w 9494383"/>
              <a:gd name="connsiteY3" fmla="*/ 2704044 h 2704044"/>
              <a:gd name="connsiteX4" fmla="*/ 3402 w 9494383"/>
              <a:gd name="connsiteY4" fmla="*/ 0 h 2704044"/>
              <a:gd name="connsiteX0" fmla="*/ 3402 w 9494383"/>
              <a:gd name="connsiteY0" fmla="*/ 0 h 2704044"/>
              <a:gd name="connsiteX1" fmla="*/ 8739187 w 9494383"/>
              <a:gd name="connsiteY1" fmla="*/ 2273374 h 2704044"/>
              <a:gd name="connsiteX2" fmla="*/ 9494383 w 9494383"/>
              <a:gd name="connsiteY2" fmla="*/ 2689924 h 2704044"/>
              <a:gd name="connsiteX3" fmla="*/ 3402 w 9494383"/>
              <a:gd name="connsiteY3" fmla="*/ 2704044 h 2704044"/>
              <a:gd name="connsiteX4" fmla="*/ 3402 w 9494383"/>
              <a:gd name="connsiteY4" fmla="*/ 0 h 2704044"/>
              <a:gd name="connsiteX0" fmla="*/ 3402 w 9494384"/>
              <a:gd name="connsiteY0" fmla="*/ 0 h 2704044"/>
              <a:gd name="connsiteX1" fmla="*/ 9494384 w 9494384"/>
              <a:gd name="connsiteY1" fmla="*/ 1447335 h 2704044"/>
              <a:gd name="connsiteX2" fmla="*/ 9494383 w 9494384"/>
              <a:gd name="connsiteY2" fmla="*/ 2689924 h 2704044"/>
              <a:gd name="connsiteX3" fmla="*/ 3402 w 9494384"/>
              <a:gd name="connsiteY3" fmla="*/ 2704044 h 2704044"/>
              <a:gd name="connsiteX4" fmla="*/ 3402 w 9494384"/>
              <a:gd name="connsiteY4" fmla="*/ 0 h 2704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94384" h="2704044">
                <a:moveTo>
                  <a:pt x="3402" y="0"/>
                </a:moveTo>
                <a:lnTo>
                  <a:pt x="9494384" y="1447335"/>
                </a:lnTo>
                <a:cubicBezTo>
                  <a:pt x="9494384" y="1861531"/>
                  <a:pt x="9494383" y="2275728"/>
                  <a:pt x="9494383" y="2689924"/>
                </a:cubicBezTo>
                <a:lnTo>
                  <a:pt x="3402" y="2704044"/>
                </a:lnTo>
                <a:cubicBezTo>
                  <a:pt x="6804" y="1878004"/>
                  <a:pt x="0" y="826040"/>
                  <a:pt x="3402" y="0"/>
                </a:cubicBezTo>
                <a:close/>
              </a:path>
            </a:pathLst>
          </a:custGeom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870857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37669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81548144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85762236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49400741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54018" y="73026"/>
            <a:ext cx="2855383" cy="58705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1" y="73026"/>
            <a:ext cx="8365067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05517973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476211" y="320040"/>
            <a:ext cx="10725187" cy="608630"/>
          </a:xfrm>
        </p:spPr>
        <p:txBody>
          <a:bodyPr>
            <a:noAutofit/>
          </a:bodyPr>
          <a:lstStyle>
            <a:lvl1pPr>
              <a:defRPr sz="3200" u="none">
                <a:solidFill>
                  <a:schemeClr val="bg2">
                    <a:lumMod val="25000"/>
                  </a:schemeClr>
                </a:solidFill>
              </a:defRPr>
            </a:lvl1pPr>
            <a:extLst/>
          </a:lstStyle>
          <a:p>
            <a:r>
              <a:rPr lang="pt-BR" dirty="0"/>
              <a:t>Clique para editar o estilo do título mestre</a:t>
            </a:r>
            <a:endParaRPr lang="en-US" dirty="0"/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476211" y="1000108"/>
            <a:ext cx="10725187" cy="5455628"/>
          </a:xfrm>
        </p:spPr>
        <p:txBody>
          <a:bodyPr/>
          <a:lstStyle>
            <a:lvl1pPr>
              <a:defRPr u="none">
                <a:latin typeface="Arial" pitchFamily="34" charset="0"/>
                <a:cs typeface="Arial" pitchFamily="34" charset="0"/>
              </a:defRPr>
            </a:lvl1pPr>
            <a:lvl2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5662085" y="6557963"/>
            <a:ext cx="2669116" cy="227012"/>
          </a:xfrm>
        </p:spPr>
        <p:txBody>
          <a:bodyPr/>
          <a:lstStyle>
            <a:lvl1pPr>
              <a:defRPr u="none"/>
            </a:lvl1pPr>
            <a:extLst/>
          </a:lstStyle>
          <a:p>
            <a:pPr>
              <a:defRPr/>
            </a:pPr>
            <a:fld id="{E1340A71-A340-43FE-AA01-8D1E2C170270}" type="datetimeFigureOut">
              <a:rPr lang="pt-BR"/>
              <a:pPr>
                <a:defRPr/>
              </a:pPr>
              <a:t>10/09/2026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0" y="6557963"/>
            <a:ext cx="4876800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335434" y="6556375"/>
            <a:ext cx="785284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pPr>
              <a:defRPr/>
            </a:pPr>
            <a:fld id="{33585F57-D6D0-4F5F-A46F-445E03D78A9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281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5126226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63613552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17841211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784" y="914400"/>
            <a:ext cx="5518149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133" y="914400"/>
            <a:ext cx="5520267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51965437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33022657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2987085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44071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7002377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29779326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42149094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54018" y="73026"/>
            <a:ext cx="2855383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1" y="73026"/>
            <a:ext cx="8365067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0280758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1"/>
            <a:ext cx="12192000" cy="657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75000"/>
              </a:spcAft>
              <a:defRPr/>
            </a:pPr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6200776"/>
            <a:ext cx="12192000" cy="6572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  <a:spcAft>
                <a:spcPct val="75000"/>
              </a:spcAft>
              <a:defRPr/>
            </a:pPr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784" y="914400"/>
            <a:ext cx="1124161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73025"/>
            <a:ext cx="1097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0077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1600"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23734" y="6303963"/>
            <a:ext cx="494453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0077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800" r:id="rId7"/>
    <p:sldLayoutId id="2147483785" r:id="rId8"/>
    <p:sldLayoutId id="2147483786" r:id="rId9"/>
    <p:sldLayoutId id="2147483787" r:id="rId10"/>
    <p:sldLayoutId id="2147483788" r:id="rId11"/>
    <p:sldLayoutId id="2147483801" r:id="rId12"/>
  </p:sldLayoutIdLst>
  <p:transition spd="med">
    <p:wipe dir="d"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5AB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784" y="914400"/>
            <a:ext cx="11241616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73025"/>
            <a:ext cx="10972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0077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Fluxos de trabalho IV: incluir alguém fora da sua empresa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r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05AB4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ransition spd="med">
    <p:wipe dir="d"/>
  </p:transition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5AB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5AB4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jsref/dom_obj_event.as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5715715"/>
            <a:ext cx="5844745" cy="1117571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9600" b="1" kern="1500" spc="430" dirty="0">
                <a:solidFill>
                  <a:schemeClr val="bg1"/>
                </a:solidFill>
                <a:latin typeface="Calibri" panose="020F0502020204030204" pitchFamily="34" charset="0"/>
              </a:rPr>
              <a:t>JavaScript</a:t>
            </a:r>
            <a:endParaRPr lang="en-US" sz="9600" kern="1500" spc="430" dirty="0">
              <a:solidFill>
                <a:schemeClr val="bg1"/>
              </a:solidFill>
              <a:latin typeface="Calibri" panose="020F0502020204030204" pitchFamily="34" charset="0"/>
              <a:cs typeface="Tahoma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895246" y="2601184"/>
            <a:ext cx="3175591" cy="3496963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>
                <a:solidFill>
                  <a:srgbClr val="FF9900"/>
                </a:solidFill>
                <a:latin typeface="Calibri" panose="020F0502020204030204" pitchFamily="34" charset="0"/>
              </a:rPr>
              <a:t>Silvio A Carro</a:t>
            </a:r>
          </a:p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>
                <a:solidFill>
                  <a:srgbClr val="FF9900"/>
                </a:solidFill>
                <a:latin typeface="Calibri" panose="020F0502020204030204" pitchFamily="34" charset="0"/>
              </a:rPr>
              <a:t>André </a:t>
            </a:r>
            <a:r>
              <a:rPr lang="en-US" sz="2800" b="1" dirty="0" err="1">
                <a:solidFill>
                  <a:srgbClr val="FF9900"/>
                </a:solidFill>
                <a:latin typeface="Calibri" panose="020F0502020204030204" pitchFamily="34" charset="0"/>
              </a:rPr>
              <a:t>Menegassi</a:t>
            </a:r>
            <a:endParaRPr lang="en-US" sz="2800" b="1" dirty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>
                <a:solidFill>
                  <a:srgbClr val="FF9900"/>
                </a:solidFill>
                <a:latin typeface="Calibri" panose="020F0502020204030204" pitchFamily="34" charset="0"/>
              </a:rPr>
              <a:t>Cassia A </a:t>
            </a:r>
            <a:r>
              <a:rPr lang="en-US" sz="2800" b="1" dirty="0" err="1">
                <a:solidFill>
                  <a:srgbClr val="FF9900"/>
                </a:solidFill>
                <a:latin typeface="Calibri" panose="020F0502020204030204" pitchFamily="34" charset="0"/>
              </a:rPr>
              <a:t>Perego</a:t>
            </a:r>
            <a:endParaRPr lang="en-US" sz="2800" b="1" dirty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>
                <a:solidFill>
                  <a:srgbClr val="FF9900"/>
                </a:solidFill>
                <a:latin typeface="Calibri" panose="020F0502020204030204" pitchFamily="34" charset="0"/>
              </a:rPr>
              <a:t>Renato </a:t>
            </a:r>
            <a:r>
              <a:rPr lang="en-US" sz="2800" b="1" dirty="0" err="1" smtClean="0">
                <a:solidFill>
                  <a:srgbClr val="FF9900"/>
                </a:solidFill>
                <a:latin typeface="Calibri" panose="020F0502020204030204" pitchFamily="34" charset="0"/>
              </a:rPr>
              <a:t>Gonçalves</a:t>
            </a:r>
            <a:endParaRPr lang="en-US" sz="2800" b="1" dirty="0" smtClean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 smtClean="0">
                <a:solidFill>
                  <a:srgbClr val="FF9900"/>
                </a:solidFill>
                <a:latin typeface="Calibri" panose="020F0502020204030204" pitchFamily="34" charset="0"/>
              </a:rPr>
              <a:t>Wagner </a:t>
            </a:r>
            <a:r>
              <a:rPr lang="en-US" sz="2800" b="1" dirty="0" err="1" smtClean="0">
                <a:solidFill>
                  <a:srgbClr val="FF9900"/>
                </a:solidFill>
                <a:latin typeface="Calibri" panose="020F0502020204030204" pitchFamily="34" charset="0"/>
              </a:rPr>
              <a:t>Pense</a:t>
            </a:r>
            <a:endParaRPr lang="en-US" sz="2800" b="1" dirty="0" smtClean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r>
              <a:rPr lang="en-US" sz="2800" b="1" dirty="0" smtClean="0">
                <a:solidFill>
                  <a:srgbClr val="FF9900"/>
                </a:solidFill>
                <a:latin typeface="Calibri" panose="020F0502020204030204" pitchFamily="34" charset="0"/>
              </a:rPr>
              <a:t>Igor Brito</a:t>
            </a:r>
            <a:endParaRPr lang="en-US" sz="2800" b="1" dirty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endParaRPr lang="en-US" sz="1400" b="1" dirty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endParaRPr lang="en-US" sz="2400" b="1" dirty="0">
              <a:solidFill>
                <a:srgbClr val="FF9900"/>
              </a:solidFill>
              <a:latin typeface="Calibri" panose="020F0502020204030204" pitchFamily="34" charset="0"/>
            </a:endParaRPr>
          </a:p>
          <a:p>
            <a:pPr marL="0" indent="0" algn="r" eaLnBrk="1" hangingPunct="1">
              <a:spcBef>
                <a:spcPct val="0"/>
              </a:spcBef>
            </a:pPr>
            <a:r>
              <a:rPr lang="en-US" sz="24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Unoeste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/FIPP</a:t>
            </a:r>
          </a:p>
        </p:txBody>
      </p:sp>
      <p:pic>
        <p:nvPicPr>
          <p:cNvPr id="1026" name="Picture 2" descr="http://upload.wikimedia.org/wikipedia/commons/6/6a/JavaScript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5844745" cy="57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5844744" y="0"/>
            <a:ext cx="317166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 rot="16200000">
            <a:off x="3902559" y="2321005"/>
            <a:ext cx="66736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8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Módulos</a:t>
            </a:r>
            <a:endParaRPr lang="pt-BR" sz="13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6904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9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  <p:bldP spid="8195" grpId="0" build="p" autoUpdateAnimBg="0" advAuto="10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1828800" y="4187828"/>
            <a:ext cx="8515352" cy="237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>
              <a:spcBef>
                <a:spcPct val="20000"/>
              </a:spcBef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&lt;nome&gt;: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O nome atribuído à função.</a:t>
            </a:r>
          </a:p>
          <a:p>
            <a:pPr marL="1587" indent="0">
              <a:spcBef>
                <a:spcPct val="20000"/>
              </a:spcBef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&lt;parâmetros&gt;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: dados recebidos.</a:t>
            </a:r>
          </a:p>
          <a:p>
            <a:pPr marL="1587" indent="0">
              <a:spcBef>
                <a:spcPct val="20000"/>
              </a:spcBef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&lt;instruções&gt;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: Processamento do corpo da função.</a:t>
            </a:r>
          </a:p>
          <a:p>
            <a:pPr marL="1587" indent="0">
              <a:spcBef>
                <a:spcPct val="20000"/>
              </a:spcBef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&lt;</a:t>
            </a:r>
            <a:r>
              <a:rPr lang="pt-BR" sz="2400" b="1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return</a:t>
            </a:r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 (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expressão)&gt;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: De forma opcional uma função pode retornar um valor. O tipo de saída não é especificado.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2933700" y="1308667"/>
            <a:ext cx="6000750" cy="22467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pt-BR" sz="28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&lt;nome&gt;([parâmetros])</a:t>
            </a:r>
          </a:p>
          <a:p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[&lt;instruções&gt;];</a:t>
            </a:r>
          </a:p>
          <a:p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[&lt;</a:t>
            </a:r>
            <a:r>
              <a:rPr lang="pt-BR" sz="28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(expressão) &gt;];</a:t>
            </a:r>
          </a:p>
          <a:p>
            <a:r>
              <a:rPr lang="pt-BR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475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366334" y="1744944"/>
            <a:ext cx="3929090" cy="3170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2000" b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pt-BR" sz="2000" b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bemVindo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pt-BR" sz="2000" dirty="0"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alert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“Bem-vindo!!”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 </a:t>
            </a:r>
          </a:p>
          <a:p>
            <a:pPr>
              <a:defRPr/>
            </a:pPr>
            <a:endParaRPr lang="pt-BR" sz="2000" b="1" dirty="0">
              <a:solidFill>
                <a:srgbClr val="0000C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endParaRPr lang="pt-BR" sz="20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b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pt-BR" sz="2000" b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mensagem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pt-BR" sz="2000" dirty="0"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alert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msg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 </a:t>
            </a:r>
            <a:endParaRPr lang="pt-BR" sz="2000" dirty="0">
              <a:latin typeface="Consolas" panose="020B0609020204030204" pitchFamily="49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632293" y="1591057"/>
            <a:ext cx="4841548" cy="34778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2000" b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pt-BR" sz="2000" b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somar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valor1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valor2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pt-BR" sz="2000" dirty="0"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mensagem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valor1 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valor2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pt-BR" sz="2000" b="1" dirty="0">
              <a:solidFill>
                <a:srgbClr val="0000C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endParaRPr lang="pt-BR" sz="20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t-BR" sz="2000" b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pt-BR" sz="2000" b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somar2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valor1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valor2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>
              <a:defRPr/>
            </a:pPr>
            <a:r>
              <a:rPr lang="pt-BR" sz="2000" dirty="0"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 smtClean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pt-BR" sz="2000" dirty="0" smtClean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 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valor1 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valor2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pt-BR" sz="2000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b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b="1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</a:t>
            </a: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pt-BR" sz="2000" dirty="0">
                <a:solidFill>
                  <a:srgbClr val="5C5C5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>
              <a:latin typeface="Consolas" panose="020B0609020204030204" pitchFamily="49" charset="0"/>
            </a:endParaRPr>
          </a:p>
        </p:txBody>
      </p:sp>
      <p:cxnSp>
        <p:nvCxnSpPr>
          <p:cNvPr id="14" name="Conector reto 13"/>
          <p:cNvCxnSpPr/>
          <p:nvPr/>
        </p:nvCxnSpPr>
        <p:spPr>
          <a:xfrm rot="5400000">
            <a:off x="4024313" y="3761970"/>
            <a:ext cx="4000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279470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28808" y="1018239"/>
            <a:ext cx="11534383" cy="54197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html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head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head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&lt;h1&gt; Resultados &lt;/h1&gt;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&lt;script&gt;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FFFF00"/>
                </a:solidFill>
                <a:latin typeface="Consolas" panose="020B0609020204030204" pitchFamily="49" charset="0"/>
              </a:rPr>
              <a:t>function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pt-BR" dirty="0" smtClean="0">
                <a:solidFill>
                  <a:srgbClr val="FFFF00"/>
                </a:solidFill>
                <a:latin typeface="Consolas" panose="020B0609020204030204" pitchFamily="49" charset="0"/>
              </a:rPr>
              <a:t>soma(a, b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     {  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		</a:t>
            </a:r>
            <a:r>
              <a:rPr lang="pt-BR" dirty="0" err="1">
                <a:solidFill>
                  <a:srgbClr val="FFFF0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 a + b;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     }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pt-B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document.write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("&lt;h2&gt;&lt;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font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color='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red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'&gt; 4 + 5 =" </a:t>
            </a:r>
            <a:r>
              <a:rPr lang="pt-BR" dirty="0" smtClean="0">
                <a:solidFill>
                  <a:schemeClr val="bg1"/>
                </a:solidFill>
                <a:latin typeface="Consolas" panose="020B0609020204030204" pitchFamily="49" charset="0"/>
              </a:rPr>
              <a:t>+</a:t>
            </a:r>
            <a:r>
              <a:rPr lang="pt-BR" dirty="0" smtClean="0">
                <a:solidFill>
                  <a:srgbClr val="FFFF00"/>
                </a:solidFill>
                <a:latin typeface="Consolas" panose="020B0609020204030204" pitchFamily="49" charset="0"/>
              </a:rPr>
              <a:t>soma(4,5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+"&lt;/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font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&gt;&lt;/h2&gt;&lt;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/&gt;");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document.write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("&lt;h2&gt;&lt;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font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color='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green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'&gt; 2 + 9 = " </a:t>
            </a:r>
            <a:r>
              <a:rPr lang="pt-BR" dirty="0" smtClean="0">
                <a:solidFill>
                  <a:schemeClr val="bg1"/>
                </a:solidFill>
                <a:latin typeface="Consolas" panose="020B0609020204030204" pitchFamily="49" charset="0"/>
              </a:rPr>
              <a:t>+ </a:t>
            </a:r>
            <a:r>
              <a:rPr lang="pt-BR" dirty="0" smtClean="0">
                <a:solidFill>
                  <a:srgbClr val="FFFF00"/>
                </a:solidFill>
                <a:latin typeface="Consolas" panose="020B0609020204030204" pitchFamily="49" charset="0"/>
              </a:rPr>
              <a:t>soma(2,9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)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+"&lt;/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font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 &lt;/h2&gt;&lt;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/&gt;");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&lt;/script&gt;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html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41012360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577516" y="899559"/>
            <a:ext cx="10960768" cy="541972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form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id="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FAula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name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FAula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for="tNumero1"&gt;Valor 1:&lt;/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&lt;input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id="tNumero1" 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min="1"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="100" 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for="tNumero2"&gt;Valor 2:&lt;/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&lt;input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id="tNumero2" 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min="1"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="100" 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for="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tCor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"&gt;Selecione uma cor:&lt;/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label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&lt;input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="color" 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id="</a:t>
            </a:r>
            <a:r>
              <a:rPr lang="pt-BR" dirty="0" err="1">
                <a:solidFill>
                  <a:srgbClr val="FFFF00"/>
                </a:solidFill>
                <a:latin typeface="Consolas" panose="020B0609020204030204" pitchFamily="49" charset="0"/>
              </a:rPr>
              <a:t>tCor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="30" 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&lt;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	 &lt;input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button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id="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bSomar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="Somar"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pt-BR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 smtClean="0">
                <a:solidFill>
                  <a:srgbClr val="FFFF00"/>
                </a:solidFill>
                <a:latin typeface="Consolas" panose="020B0609020204030204" pitchFamily="49" charset="0"/>
              </a:rPr>
              <a:t>onclick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="soma(</a:t>
            </a:r>
            <a:r>
              <a:rPr lang="pt-BR" dirty="0" err="1">
                <a:solidFill>
                  <a:srgbClr val="FFFF00"/>
                </a:solidFill>
                <a:latin typeface="Consolas" panose="020B0609020204030204" pitchFamily="49" charset="0"/>
              </a:rPr>
              <a:t>tCor.value</a:t>
            </a:r>
            <a:r>
              <a:rPr lang="pt-BR" dirty="0" smtClean="0">
                <a:solidFill>
                  <a:srgbClr val="FFFF00"/>
                </a:solidFill>
                <a:latin typeface="Consolas" panose="020B0609020204030204" pitchFamily="49" charset="0"/>
              </a:rPr>
              <a:t>, tNumero1.value, tNumero2.value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)"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	 &lt;input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button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 id="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bMsg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"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="Mensagem" </a:t>
            </a:r>
            <a:r>
              <a:rPr lang="pt-BR" dirty="0" err="1">
                <a:solidFill>
                  <a:srgbClr val="FFFF00"/>
                </a:solidFill>
                <a:latin typeface="Consolas" panose="020B0609020204030204" pitchFamily="49" charset="0"/>
              </a:rPr>
              <a:t>onclick</a:t>
            </a:r>
            <a:r>
              <a:rPr lang="pt-BR" dirty="0">
                <a:solidFill>
                  <a:srgbClr val="FFFF00"/>
                </a:solidFill>
                <a:latin typeface="Consolas" panose="020B0609020204030204" pitchFamily="49" charset="0"/>
              </a:rPr>
              <a:t>="Exibe()"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/&gt;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    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form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 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ts val="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chemeClr val="bg1"/>
                </a:solidFill>
                <a:latin typeface="Consolas" panose="020B0609020204030204" pitchFamily="49" charset="0"/>
              </a:rPr>
              <a:t>html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 – melhorando...</a:t>
            </a:r>
          </a:p>
        </p:txBody>
      </p:sp>
      <p:sp>
        <p:nvSpPr>
          <p:cNvPr id="2" name="AutoShape 3">
            <a:extLst>
              <a:ext uri="{FF2B5EF4-FFF2-40B4-BE49-F238E27FC236}">
                <a16:creationId xmlns="" xmlns:a16="http://schemas.microsoft.com/office/drawing/2014/main" id="{B69CD88C-E45E-45E3-82E5-61FE0EED29E7}"/>
              </a:ext>
            </a:extLst>
          </p:cNvPr>
          <p:cNvSpPr>
            <a:spLocks/>
          </p:cNvSpPr>
          <p:nvPr/>
        </p:nvSpPr>
        <p:spPr bwMode="auto">
          <a:xfrm>
            <a:off x="5888114" y="5434566"/>
            <a:ext cx="4343400" cy="1047750"/>
          </a:xfrm>
          <a:prstGeom prst="borderCallout2">
            <a:avLst>
              <a:gd name="adj1" fmla="val 0"/>
              <a:gd name="adj2" fmla="val 0"/>
              <a:gd name="adj3" fmla="val 0"/>
              <a:gd name="adj4" fmla="val 0"/>
              <a:gd name="adj5" fmla="val 0"/>
              <a:gd name="adj6" fmla="val 0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>
                <a:solidFill>
                  <a:schemeClr val="bg1"/>
                </a:solidFill>
                <a:latin typeface="Calibri" charset="0"/>
              </a:rPr>
              <a:t>É possível chamar mais de uma função para o mesmo evento</a:t>
            </a:r>
          </a:p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dirty="0" err="1">
                <a:solidFill>
                  <a:schemeClr val="bg1"/>
                </a:solidFill>
                <a:latin typeface="Calibri" charset="0"/>
              </a:rPr>
              <a:t>onfocus</a:t>
            </a:r>
            <a:r>
              <a:rPr lang="pt-BR" dirty="0">
                <a:solidFill>
                  <a:schemeClr val="bg1"/>
                </a:solidFill>
                <a:latin typeface="Calibri" charset="0"/>
              </a:rPr>
              <a:t>="</a:t>
            </a:r>
            <a:r>
              <a:rPr lang="pt-BR" dirty="0" err="1">
                <a:solidFill>
                  <a:schemeClr val="bg1"/>
                </a:solidFill>
                <a:latin typeface="Calibri" charset="0"/>
              </a:rPr>
              <a:t>exibe_data</a:t>
            </a:r>
            <a:r>
              <a:rPr lang="pt-BR" dirty="0">
                <a:solidFill>
                  <a:schemeClr val="bg1"/>
                </a:solidFill>
                <a:latin typeface="Calibri" charset="0"/>
              </a:rPr>
              <a:t>(); exibe_data_2();"</a:t>
            </a:r>
          </a:p>
        </p:txBody>
      </p:sp>
    </p:spTree>
    <p:extLst>
      <p:ext uri="{BB962C8B-B14F-4D97-AF65-F5344CB8AC3E}">
        <p14:creationId xmlns:p14="http://schemas.microsoft.com/office/powerpoint/2010/main" val="14131993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324853" y="981723"/>
            <a:ext cx="11514221" cy="538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spcBef>
                <a:spcPts val="638"/>
              </a:spcBef>
              <a:buSzPct val="45000"/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Exemplo: definindo uma função (de forma externa) que exiba uma mensagem. Essa função será chamada no evento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onclick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de um botão</a:t>
            </a:r>
          </a:p>
          <a:p>
            <a:pPr algn="just">
              <a:spcBef>
                <a:spcPts val="638"/>
              </a:spcBef>
            </a:pPr>
            <a:endParaRPr lang="pt-BR" sz="2000" dirty="0"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20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20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20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20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20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16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16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spcBef>
                <a:spcPts val="638"/>
              </a:spcBef>
            </a:pPr>
            <a:endParaRPr lang="pt-BR" sz="1600" dirty="0">
              <a:solidFill>
                <a:schemeClr val="bg1"/>
              </a:solidFill>
              <a:latin typeface="Verdana" pitchFamily="32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Verdana" pitchFamily="32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Verdana" pitchFamily="32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Verdana" pitchFamily="32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Verdana" pitchFamily="32" charset="0"/>
            </a:endParaRP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625642" y="1988243"/>
            <a:ext cx="10623883" cy="451276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head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&gt; </a:t>
            </a:r>
            <a:r>
              <a:rPr lang="pt-BR" sz="2000" dirty="0">
                <a:solidFill>
                  <a:srgbClr val="FFFF00"/>
                </a:solidFill>
                <a:latin typeface="Consolas" panose="020B0609020204030204" pitchFamily="49" charset="0"/>
              </a:rPr>
              <a:t>&lt;!-- do arquivo principal --&gt;</a:t>
            </a:r>
          </a:p>
          <a:p>
            <a:pPr lvl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&lt;script </a:t>
            </a:r>
            <a:r>
              <a:rPr lang="pt-BR" sz="20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pt-BR" sz="20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text</a:t>
            </a:r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pt-BR" sz="20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pt-BR" sz="20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src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= "scripts/funcoesJS.js"&gt;</a:t>
            </a:r>
          </a:p>
          <a:p>
            <a:pPr lvl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  &lt;/script&gt;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head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pt-BR" sz="2000" dirty="0">
              <a:solidFill>
                <a:srgbClr val="FFFFFF"/>
              </a:solidFill>
              <a:latin typeface="Calibri" charset="0"/>
            </a:endParaRP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chemeClr val="bg1"/>
                </a:solidFill>
                <a:latin typeface="Verdana" pitchFamily="32" charset="0"/>
                <a:sym typeface="Wingdings" panose="05000000000000000000" pitchFamily="2" charset="2"/>
              </a:rPr>
              <a:t> No arquivo </a:t>
            </a:r>
            <a:r>
              <a:rPr lang="pt-BR" sz="2000" dirty="0">
                <a:solidFill>
                  <a:srgbClr val="FFFF00"/>
                </a:solidFill>
                <a:latin typeface="Verdana" pitchFamily="32" charset="0"/>
              </a:rPr>
              <a:t>funcoesJS.js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pt-BR" sz="800" dirty="0">
              <a:solidFill>
                <a:srgbClr val="FFFFFF"/>
              </a:solidFill>
              <a:latin typeface="Calibri" charset="0"/>
            </a:endParaRP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function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soma(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cor,a,b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) {  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    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document.write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&lt;h2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style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="color='+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cor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+'"&gt;'+ 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a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+' 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+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'+ 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b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+' 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=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' 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+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                     (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parseInt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(a)+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parseInt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(b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))+'&lt;/h2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&gt;&lt;</a:t>
            </a:r>
            <a:r>
              <a:rPr lang="pt-BR" sz="2000" dirty="0" err="1" smtClean="0">
                <a:solidFill>
                  <a:srgbClr val="FFFFFF"/>
                </a:solidFill>
                <a:latin typeface="Consolas" panose="020B0609020204030204" pitchFamily="49" charset="0"/>
              </a:rPr>
              <a:t>br</a:t>
            </a:r>
            <a:r>
              <a:rPr lang="pt-BR" sz="2000" dirty="0" smtClean="0">
                <a:solidFill>
                  <a:srgbClr val="FFFFFF"/>
                </a:solidFill>
                <a:latin typeface="Consolas" panose="020B0609020204030204" pitchFamily="49" charset="0"/>
              </a:rPr>
              <a:t>&gt;');</a:t>
            </a:r>
            <a:endParaRPr lang="pt-BR" sz="20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pt-BR" sz="20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function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Exibe()  {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  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alert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("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Fipp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/</a:t>
            </a:r>
            <a:r>
              <a:rPr lang="pt-BR" sz="2000" dirty="0" err="1">
                <a:solidFill>
                  <a:srgbClr val="FFFFFF"/>
                </a:solidFill>
                <a:latin typeface="Consolas" panose="020B0609020204030204" pitchFamily="49" charset="0"/>
              </a:rPr>
              <a:t>Unoeste</a:t>
            </a:r>
            <a:r>
              <a:rPr lang="pt-BR" sz="2000" dirty="0">
                <a:solidFill>
                  <a:srgbClr val="FFFFFF"/>
                </a:solidFill>
                <a:latin typeface="Consolas" panose="020B0609020204030204" pitchFamily="49" charset="0"/>
              </a:rPr>
              <a:t>");   }</a:t>
            </a:r>
          </a:p>
        </p:txBody>
      </p:sp>
      <p:sp>
        <p:nvSpPr>
          <p:cNvPr id="28675" name="AutoShape 3"/>
          <p:cNvSpPr>
            <a:spLocks/>
          </p:cNvSpPr>
          <p:nvPr/>
        </p:nvSpPr>
        <p:spPr bwMode="auto">
          <a:xfrm>
            <a:off x="9715500" y="1958543"/>
            <a:ext cx="1828800" cy="730994"/>
          </a:xfrm>
          <a:prstGeom prst="borderCallout2">
            <a:avLst>
              <a:gd name="adj1" fmla="val 0"/>
              <a:gd name="adj2" fmla="val 0"/>
              <a:gd name="adj3" fmla="val 0"/>
              <a:gd name="adj4" fmla="val 0"/>
              <a:gd name="adj5" fmla="val 0"/>
              <a:gd name="adj6" fmla="val 0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pt-BR" dirty="0">
                <a:solidFill>
                  <a:schemeClr val="bg1"/>
                </a:solidFill>
                <a:latin typeface="Calibri" charset="0"/>
              </a:rPr>
              <a:t>Salvar na pasta scripts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1438181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32347" y="1260475"/>
            <a:ext cx="11694695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spcBef>
                <a:spcPts val="638"/>
              </a:spcBef>
              <a:buSzPct val="45000"/>
            </a:pP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Exemplo 2: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Suponha uma função que tenha como objetivo informar se uma pessoa é maior ou menor de idade, recebendo como parâmetro a sua idade. </a:t>
            </a:r>
          </a:p>
          <a:p>
            <a:pPr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latin typeface="Verdana" pitchFamily="32" charset="0"/>
              </a:rPr>
              <a:t>	</a:t>
            </a: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function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analisaIdade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(anos) </a:t>
            </a: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{ </a:t>
            </a: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(anos &gt; 17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) { </a:t>
            </a: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alert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("Maior de Idade"); </a:t>
            </a:r>
            <a:endParaRPr lang="pt-BR" sz="20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} </a:t>
            </a:r>
            <a:endParaRPr lang="pt-B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else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	{ </a:t>
            </a:r>
            <a:endParaRPr lang="pt-BR" sz="20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alert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("Menor de Idade"); </a:t>
            </a:r>
            <a:endParaRPr lang="pt-BR" sz="2000" dirty="0" smtClean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   } </a:t>
            </a:r>
            <a:endParaRPr lang="pt-BR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2" algn="just">
              <a:lnSpc>
                <a:spcPct val="90000"/>
              </a:lnSpc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} </a:t>
            </a: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39227734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/>
          <p:cNvSpPr txBox="1">
            <a:spLocks noChangeArrowheads="1"/>
          </p:cNvSpPr>
          <p:nvPr/>
        </p:nvSpPr>
        <p:spPr bwMode="auto">
          <a:xfrm>
            <a:off x="601578" y="1049338"/>
            <a:ext cx="11105147" cy="49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spcBef>
                <a:spcPts val="638"/>
              </a:spcBef>
              <a:buSzPct val="45000"/>
            </a:pPr>
            <a:r>
              <a:rPr lang="pt-BR" sz="2400" dirty="0">
                <a:solidFill>
                  <a:schemeClr val="bg1"/>
                </a:solidFill>
                <a:latin typeface="Verdana" pitchFamily="32" charset="0"/>
              </a:rPr>
              <a:t>No formulário teremos uma caixa de texto para informar a idade e um </a:t>
            </a:r>
            <a:r>
              <a:rPr lang="pt-BR" sz="2400" dirty="0" err="1">
                <a:solidFill>
                  <a:schemeClr val="bg1"/>
                </a:solidFill>
                <a:latin typeface="Verdana" pitchFamily="32" charset="0"/>
              </a:rPr>
              <a:t>button</a:t>
            </a:r>
            <a:r>
              <a:rPr lang="pt-BR" sz="2400" dirty="0">
                <a:solidFill>
                  <a:schemeClr val="bg1"/>
                </a:solidFill>
                <a:latin typeface="Verdana" pitchFamily="32" charset="0"/>
              </a:rPr>
              <a:t> para  chamar a função. </a:t>
            </a:r>
          </a:p>
          <a:p>
            <a:pPr algn="just">
              <a:spcBef>
                <a:spcPts val="638"/>
              </a:spcBef>
            </a:pPr>
            <a:r>
              <a:rPr lang="pt-BR" sz="2400" dirty="0">
                <a:latin typeface="Courier New" pitchFamily="48" charset="0"/>
              </a:rPr>
              <a:t>	</a:t>
            </a:r>
            <a:endParaRPr lang="pt-BR" sz="2400" dirty="0" smtClean="0">
              <a:latin typeface="Courier New" pitchFamily="48" charset="0"/>
            </a:endParaRPr>
          </a:p>
          <a:p>
            <a:pPr algn="just">
              <a:spcBef>
                <a:spcPts val="638"/>
              </a:spcBef>
            </a:pPr>
            <a:endParaRPr lang="pt-BR" sz="2400" dirty="0">
              <a:latin typeface="Courier New" pitchFamily="48" charset="0"/>
            </a:endParaRPr>
          </a:p>
          <a:p>
            <a:pPr algn="just">
              <a:spcBef>
                <a:spcPts val="638"/>
              </a:spcBef>
            </a:pPr>
            <a:endParaRPr lang="pt-BR" sz="2400" dirty="0">
              <a:latin typeface="Courier New" pitchFamily="48" charset="0"/>
            </a:endParaRPr>
          </a:p>
          <a:p>
            <a:pPr lvl="1" algn="just"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form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</a:p>
          <a:p>
            <a:pPr lvl="1" algn="just"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	&lt;input 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= "10" 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maxlength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="2" id="ano"/&gt;</a:t>
            </a:r>
          </a:p>
          <a:p>
            <a:pPr lvl="1" algn="just">
              <a:spcBef>
                <a:spcPts val="638"/>
              </a:spcBef>
            </a:pP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    &lt;input 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type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button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" 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= "Ver 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idade" 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onClick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="Idade(</a:t>
            </a:r>
            <a:r>
              <a:rPr lang="pt-BR" sz="2000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ano.value</a:t>
            </a:r>
            <a:r>
              <a:rPr lang="pt-BR" sz="2000" u="sng" dirty="0" smtClean="0">
                <a:solidFill>
                  <a:schemeClr val="bg1"/>
                </a:solidFill>
                <a:latin typeface="Consolas" panose="020B0609020204030204" pitchFamily="49" charset="0"/>
              </a:rPr>
              <a:t>)"</a:t>
            </a: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/&gt; </a:t>
            </a:r>
          </a:p>
          <a:p>
            <a:pPr lvl="1" algn="just">
              <a:spcBef>
                <a:spcPts val="638"/>
              </a:spcBef>
            </a:pPr>
            <a:r>
              <a:rPr lang="pt-BR" sz="20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&lt;/</a:t>
            </a:r>
            <a:r>
              <a:rPr lang="pt-B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form</a:t>
            </a:r>
            <a:r>
              <a:rPr lang="pt-BR" sz="2000" dirty="0">
                <a:solidFill>
                  <a:schemeClr val="bg1"/>
                </a:solidFill>
                <a:latin typeface="Consolas" panose="020B0609020204030204" pitchFamily="49" charset="0"/>
              </a:rPr>
              <a:t>&gt; </a:t>
            </a: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400" dirty="0">
              <a:solidFill>
                <a:srgbClr val="FF0000"/>
              </a:solidFill>
              <a:latin typeface="Courier New" pitchFamily="48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4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400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 </a:t>
            </a:r>
          </a:p>
        </p:txBody>
      </p:sp>
    </p:spTree>
    <p:extLst>
      <p:ext uri="{BB962C8B-B14F-4D97-AF65-F5344CB8AC3E}">
        <p14:creationId xmlns:p14="http://schemas.microsoft.com/office/powerpoint/2010/main" val="9899589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336884" y="1260475"/>
            <a:ext cx="11105148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</a:rPr>
              <a:t>Em </a:t>
            </a:r>
            <a:r>
              <a:rPr lang="pt-BR" sz="3200" dirty="0" err="1">
                <a:solidFill>
                  <a:schemeClr val="bg1"/>
                </a:solidFill>
              </a:rPr>
              <a:t>Javascript</a:t>
            </a:r>
            <a:r>
              <a:rPr lang="pt-BR" sz="3200" dirty="0">
                <a:solidFill>
                  <a:schemeClr val="bg1"/>
                </a:solidFill>
              </a:rPr>
              <a:t>  as funções também são objetos, podem ser usadas como qualquer outro objeto, elas </a:t>
            </a:r>
            <a:r>
              <a:rPr lang="pt-BR" sz="3200" dirty="0">
                <a:solidFill>
                  <a:srgbClr val="FFC000"/>
                </a:solidFill>
              </a:rPr>
              <a:t>podem ser armazenadas em variáveis, objetos e </a:t>
            </a:r>
            <a:r>
              <a:rPr lang="pt-BR" sz="3200" dirty="0" err="1" smtClean="0">
                <a:solidFill>
                  <a:srgbClr val="FFC000"/>
                </a:solidFill>
              </a:rPr>
              <a:t>arrays</a:t>
            </a:r>
            <a:r>
              <a:rPr lang="pt-BR" sz="3200" dirty="0" smtClean="0">
                <a:solidFill>
                  <a:srgbClr val="FFC000"/>
                </a:solidFill>
              </a:rPr>
              <a:t> (vetores/matrizes)</a:t>
            </a:r>
            <a:r>
              <a:rPr lang="pt-BR" sz="3200" b="1" dirty="0" smtClean="0">
                <a:solidFill>
                  <a:schemeClr val="bg1"/>
                </a:solidFill>
              </a:rPr>
              <a:t>;</a:t>
            </a:r>
            <a:endParaRPr lang="pt-BR" sz="3200" b="1" dirty="0">
              <a:solidFill>
                <a:schemeClr val="bg1"/>
              </a:solidFill>
            </a:endParaRP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3200" b="1" dirty="0">
              <a:solidFill>
                <a:schemeClr val="bg1"/>
              </a:solidFill>
            </a:endParaRPr>
          </a:p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</a:rPr>
              <a:t>Funções podem ser </a:t>
            </a:r>
            <a:r>
              <a:rPr lang="pt-BR" sz="3200" dirty="0">
                <a:solidFill>
                  <a:srgbClr val="FFC000"/>
                </a:solidFill>
              </a:rPr>
              <a:t>passadas como parâmetros (</a:t>
            </a:r>
            <a:r>
              <a:rPr lang="pt-BR" sz="3200" dirty="0" err="1">
                <a:solidFill>
                  <a:srgbClr val="FFC000"/>
                </a:solidFill>
              </a:rPr>
              <a:t>callback</a:t>
            </a:r>
            <a:r>
              <a:rPr lang="pt-BR" sz="3200" dirty="0">
                <a:solidFill>
                  <a:srgbClr val="FFC000"/>
                </a:solidFill>
              </a:rPr>
              <a:t>) </a:t>
            </a:r>
            <a:r>
              <a:rPr lang="pt-BR" sz="3200" dirty="0">
                <a:solidFill>
                  <a:schemeClr val="bg1"/>
                </a:solidFill>
              </a:rPr>
              <a:t>para outras funções e podem </a:t>
            </a:r>
            <a:r>
              <a:rPr lang="pt-BR" sz="3200" dirty="0">
                <a:solidFill>
                  <a:srgbClr val="FFC000"/>
                </a:solidFill>
              </a:rPr>
              <a:t>ser retornadas por funções também</a:t>
            </a:r>
            <a:r>
              <a:rPr lang="pt-BR" sz="3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24117847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56580" y="990032"/>
            <a:ext cx="6579072" cy="5325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FC000"/>
                </a:solidFill>
              </a:rPr>
              <a:t>Função nomeada:</a:t>
            </a: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bg1"/>
              </a:solidFill>
            </a:endParaRPr>
          </a:p>
          <a:p>
            <a:pPr marL="573087" lvl="2"/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olaMundo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(msg){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(msg);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573087" lvl="2"/>
            <a:endParaRPr lang="pt-BR" sz="3200" dirty="0">
              <a:solidFill>
                <a:schemeClr val="bg1"/>
              </a:solidFill>
            </a:endParaRPr>
          </a:p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FC000"/>
                </a:solidFill>
              </a:rPr>
              <a:t>Função anônima:</a:t>
            </a: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bg1"/>
              </a:solidFill>
            </a:endParaRP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olaMundo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(msg){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(msg);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pt-BR" sz="28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5607055" y="1865783"/>
            <a:ext cx="7168788" cy="2603187"/>
          </a:xfrm>
          <a:prstGeom prst="rect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FFC000"/>
                </a:solidFill>
              </a:rPr>
              <a:t>Função anônima autoexecutável:</a:t>
            </a: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bg1"/>
              </a:solidFill>
            </a:endParaRP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(msg) {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pt-BR" sz="28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</a:t>
            </a:r>
          </a:p>
          <a:p>
            <a:pPr marL="573087" lvl="2"/>
            <a:r>
              <a:rPr lang="pt-BR" sz="28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})("oi");</a:t>
            </a:r>
          </a:p>
          <a:p>
            <a:pPr marL="573087" lvl="2"/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5245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890337" y="950259"/>
            <a:ext cx="10924674" cy="5352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</a:rPr>
              <a:t>Uma função que retorna outra função:</a:t>
            </a: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3200" dirty="0">
              <a:solidFill>
                <a:schemeClr val="bg1"/>
              </a:solidFill>
            </a:endParaRPr>
          </a:p>
          <a:p>
            <a:pPr marL="573087" lvl="2"/>
            <a:r>
              <a:rPr lang="pt-BR" sz="2400" dirty="0">
                <a:solidFill>
                  <a:srgbClr val="FFFF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//Uma função que retorna outra função</a:t>
            </a:r>
          </a:p>
          <a:p>
            <a:pPr marL="573087" lvl="2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olaMundo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 {</a:t>
            </a:r>
          </a:p>
          <a:p>
            <a:pPr marL="573087" lvl="2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pt-BR" sz="2400" dirty="0" err="1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padrao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"oi";</a:t>
            </a:r>
          </a:p>
          <a:p>
            <a:pPr marL="573087" lvl="2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400" dirty="0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573087" lvl="2"/>
            <a:r>
              <a:rPr lang="pt-BR" sz="2400" dirty="0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pt-BR" sz="24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400" dirty="0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pt-BR" sz="24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padrao</a:t>
            </a:r>
            <a:r>
              <a:rPr lang="pt-BR" sz="2400" dirty="0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" " + msg);</a:t>
            </a:r>
          </a:p>
          <a:p>
            <a:pPr marL="573087" lvl="2"/>
            <a:r>
              <a:rPr lang="pt-BR" sz="2400" dirty="0">
                <a:solidFill>
                  <a:srgbClr val="FFC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};</a:t>
            </a:r>
          </a:p>
          <a:p>
            <a:pPr marL="573087" lvl="2"/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pPr marL="573087" lvl="2"/>
            <a:endParaRPr lang="pt-BR" sz="2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73087" lvl="2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teste =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olaMundo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("pessoal");</a:t>
            </a:r>
          </a:p>
          <a:p>
            <a:pPr marL="573087" lvl="2"/>
            <a:endParaRPr lang="pt-BR" sz="2400" dirty="0" smtClean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573087" lvl="2"/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teste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 </a:t>
            </a:r>
            <a:r>
              <a:rPr lang="pt-BR" sz="2400" dirty="0">
                <a:solidFill>
                  <a:srgbClr val="FFFF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//oi pessoal</a:t>
            </a:r>
          </a:p>
          <a:p>
            <a:pPr marL="573087" lvl="2"/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000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26968155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481263" y="717430"/>
            <a:ext cx="11273590" cy="5719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Uma função de </a:t>
            </a:r>
            <a:r>
              <a:rPr lang="pt-BR" sz="2400" dirty="0" err="1">
                <a:solidFill>
                  <a:schemeClr val="bg1"/>
                </a:solidFill>
              </a:rPr>
              <a:t>Callback</a:t>
            </a:r>
            <a:r>
              <a:rPr lang="pt-BR" sz="2400" dirty="0">
                <a:solidFill>
                  <a:schemeClr val="bg1"/>
                </a:solidFill>
              </a:rPr>
              <a:t> é uma função que é utilizada como parâmetro em outra função.</a:t>
            </a:r>
          </a:p>
          <a:p>
            <a:pPr marL="115887" lvl="1"/>
            <a:r>
              <a:rPr lang="pt-BR" sz="2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executa =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pt-BR" sz="2400" dirty="0" err="1">
                <a:solidFill>
                  <a:srgbClr val="FFFF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funcCallback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){</a:t>
            </a:r>
          </a:p>
          <a:p>
            <a:pPr marL="115887" lvl="1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pt-BR" sz="2400" dirty="0" err="1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prefixo = "mensagem: " ;</a:t>
            </a:r>
          </a:p>
          <a:p>
            <a:pPr marL="115887" lvl="1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</a:t>
            </a:r>
            <a:r>
              <a:rPr lang="pt-BR" sz="2400" dirty="0" err="1">
                <a:solidFill>
                  <a:srgbClr val="FFFF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funcCallback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(prefixo  + "oi");</a:t>
            </a:r>
          </a:p>
          <a:p>
            <a:pPr marL="115887" lvl="1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};</a:t>
            </a:r>
          </a:p>
          <a:p>
            <a:pPr marL="458787" indent="-457200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</a:endParaRPr>
          </a:p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Passando a </a:t>
            </a:r>
            <a:r>
              <a:rPr lang="pt-BR" sz="2400" u="sng" dirty="0">
                <a:solidFill>
                  <a:schemeClr val="bg1"/>
                </a:solidFill>
              </a:rPr>
              <a:t>função </a:t>
            </a:r>
            <a:r>
              <a:rPr lang="pt-BR" sz="2400" u="sng" dirty="0" smtClean="0">
                <a:solidFill>
                  <a:schemeClr val="bg1"/>
                </a:solidFill>
              </a:rPr>
              <a:t>anônima como variável </a:t>
            </a:r>
            <a:r>
              <a:rPr lang="pt-BR" sz="2400" dirty="0">
                <a:solidFill>
                  <a:schemeClr val="bg1"/>
                </a:solidFill>
              </a:rPr>
              <a:t>como </a:t>
            </a:r>
            <a:r>
              <a:rPr lang="pt-BR" sz="2400" dirty="0" err="1">
                <a:solidFill>
                  <a:schemeClr val="bg1"/>
                </a:solidFill>
              </a:rPr>
              <a:t>callback</a:t>
            </a:r>
            <a:r>
              <a:rPr lang="pt-BR" sz="2400" dirty="0">
                <a:solidFill>
                  <a:schemeClr val="bg1"/>
                </a:solidFill>
              </a:rPr>
              <a:t>:</a:t>
            </a:r>
          </a:p>
          <a:p>
            <a:pPr marL="115887" lvl="1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var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minhaFuncao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msg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){</a:t>
            </a:r>
            <a:r>
              <a:rPr lang="pt-BR" sz="2400" dirty="0" err="1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pt-BR" sz="2400" dirty="0" err="1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msg</a:t>
            </a:r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);};</a:t>
            </a:r>
            <a:endParaRPr lang="pt-BR" sz="2400" dirty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15887" lvl="1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executa(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minhaFuncao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//mensagem: oi</a:t>
            </a:r>
          </a:p>
          <a:p>
            <a:pPr marL="115887" lvl="1"/>
            <a:endParaRPr lang="pt-BR" sz="1200" dirty="0">
              <a:solidFill>
                <a:schemeClr val="bg1"/>
              </a:solidFill>
            </a:endParaRPr>
          </a:p>
          <a:p>
            <a:pPr marL="458787" indent="-4572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1"/>
                </a:solidFill>
              </a:rPr>
              <a:t>Ou passando </a:t>
            </a:r>
            <a:r>
              <a:rPr lang="pt-BR" sz="2400" u="sng" dirty="0">
                <a:solidFill>
                  <a:schemeClr val="bg1"/>
                </a:solidFill>
              </a:rPr>
              <a:t>uma função anônima </a:t>
            </a:r>
            <a:r>
              <a:rPr lang="pt-BR" sz="2400" dirty="0">
                <a:solidFill>
                  <a:schemeClr val="bg1"/>
                </a:solidFill>
              </a:rPr>
              <a:t>como </a:t>
            </a:r>
            <a:r>
              <a:rPr lang="pt-BR" sz="2400" dirty="0" err="1">
                <a:solidFill>
                  <a:schemeClr val="bg1"/>
                </a:solidFill>
              </a:rPr>
              <a:t>callback</a:t>
            </a:r>
            <a:r>
              <a:rPr lang="pt-BR" sz="2400" dirty="0">
                <a:solidFill>
                  <a:schemeClr val="bg1"/>
                </a:solidFill>
              </a:rPr>
              <a:t>:</a:t>
            </a:r>
          </a:p>
          <a:p>
            <a:pPr marL="1030287" lvl="3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executa(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(msg){</a:t>
            </a:r>
          </a:p>
          <a:p>
            <a:pPr marL="1030287" lvl="3"/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(msg);   </a:t>
            </a:r>
            <a:endParaRPr lang="pt-BR" sz="2400" dirty="0" smtClean="0">
              <a:solidFill>
                <a:schemeClr val="bg1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1030287" lvl="3"/>
            <a:r>
              <a:rPr lang="pt-BR" sz="2400" dirty="0" smtClean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});//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mensagem: oi</a:t>
            </a:r>
            <a:endParaRPr lang="pt-B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dirty="0">
              <a:solidFill>
                <a:srgbClr val="FF0000"/>
              </a:solidFill>
              <a:latin typeface="Courier New" pitchFamily="4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24000" y="1"/>
            <a:ext cx="91440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(funções)</a:t>
            </a:r>
          </a:p>
        </p:txBody>
      </p:sp>
    </p:spTree>
    <p:extLst>
      <p:ext uri="{BB962C8B-B14F-4D97-AF65-F5344CB8AC3E}">
        <p14:creationId xmlns:p14="http://schemas.microsoft.com/office/powerpoint/2010/main" val="4272747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445168" y="1181101"/>
            <a:ext cx="11044990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lnSpc>
                <a:spcPct val="170000"/>
              </a:lnSpc>
              <a:spcBef>
                <a:spcPts val="638"/>
              </a:spcBef>
              <a:buSzPct val="45000"/>
            </a:pP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</a:rPr>
              <a:t>São reações/fatos que ocorrem durante a execução do sistema pelo usuário, são captadas pelo navegador e, a partir daí, o programador pode definir ações a serem realizadas pelo programa. </a:t>
            </a: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</a:pPr>
            <a:endParaRPr lang="pt-BR" sz="28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  <a:buSzPct val="45000"/>
            </a:pPr>
            <a:r>
              <a:rPr lang="pt-BR" sz="2800" dirty="0">
                <a:solidFill>
                  <a:schemeClr val="bg1"/>
                </a:solidFill>
                <a:latin typeface="Calibri" panose="020F0502020204030204" pitchFamily="34" charset="0"/>
              </a:rPr>
              <a:t>Segue exemplo...</a:t>
            </a: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587" indent="0">
              <a:lnSpc>
                <a:spcPct val="170000"/>
              </a:lnSpc>
              <a:spcAft>
                <a:spcPts val="1425"/>
              </a:spcAft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587" indent="0">
              <a:lnSpc>
                <a:spcPct val="170000"/>
              </a:lnSpc>
              <a:spcAft>
                <a:spcPts val="1425"/>
              </a:spcAft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526352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2527301" y="2051051"/>
            <a:ext cx="7305675" cy="432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3200">
              <a:latin typeface="Calibri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3200">
              <a:latin typeface="Calibri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3200">
              <a:latin typeface="Calibri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4" y="2224089"/>
            <a:ext cx="2598737" cy="172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5181601" y="1083470"/>
            <a:ext cx="5815262" cy="3140075"/>
          </a:xfrm>
          <a:prstGeom prst="rect">
            <a:avLst/>
          </a:prstGeom>
          <a:solidFill>
            <a:srgbClr val="95B3D7"/>
          </a:solidFill>
          <a:ln w="9360">
            <a:solidFill>
              <a:srgbClr val="37609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html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head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title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Clicar no botão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title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head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body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&lt;input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 smtClean="0">
                <a:solidFill>
                  <a:srgbClr val="0000F0"/>
                </a:solidFill>
                <a:latin typeface="Consolas" panose="020B0609020204030204" pitchFamily="49" charset="0"/>
              </a:rPr>
              <a:t>type</a:t>
            </a:r>
            <a:r>
              <a:rPr lang="pt-B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7F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smtClean="0">
                <a:solidFill>
                  <a:srgbClr val="7F0000"/>
                </a:solidFill>
                <a:latin typeface="Consolas" panose="020B0609020204030204" pitchFamily="49" charset="0"/>
              </a:rPr>
              <a:t>"</a:t>
            </a:r>
            <a:r>
              <a:rPr lang="pt-BR" b="1" dirty="0" err="1" smtClean="0">
                <a:solidFill>
                  <a:srgbClr val="7F0000"/>
                </a:solidFill>
                <a:latin typeface="Consolas" panose="020B0609020204030204" pitchFamily="49" charset="0"/>
              </a:rPr>
              <a:t>submit</a:t>
            </a:r>
            <a:r>
              <a:rPr lang="pt-BR" b="1" dirty="0">
                <a:solidFill>
                  <a:srgbClr val="7F0000"/>
                </a:solidFill>
                <a:latin typeface="Consolas" panose="020B0609020204030204" pitchFamily="49" charset="0"/>
              </a:rPr>
              <a:t>"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b="1" dirty="0">
                <a:solidFill>
                  <a:srgbClr val="7F0000"/>
                </a:solidFill>
                <a:latin typeface="Consolas" panose="020B0609020204030204" pitchFamily="49" charset="0"/>
              </a:rPr>
              <a:t>         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value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7F0000"/>
                </a:solidFill>
                <a:latin typeface="Consolas" panose="020B0609020204030204" pitchFamily="49" charset="0"/>
              </a:rPr>
              <a:t>"Clique aqui"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         </a:t>
            </a:r>
            <a:r>
              <a:rPr lang="pt-BR" b="1" dirty="0" err="1">
                <a:solidFill>
                  <a:srgbClr val="FFFF00"/>
                </a:solidFill>
                <a:latin typeface="Consolas" panose="020B0609020204030204" pitchFamily="49" charset="0"/>
              </a:rPr>
              <a:t>onclick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 dirty="0">
                <a:solidFill>
                  <a:srgbClr val="1F497D"/>
                </a:solidFill>
                <a:latin typeface="Consolas" panose="020B0609020204030204" pitchFamily="49" charset="0"/>
              </a:rPr>
              <a:t>'</a:t>
            </a:r>
            <a:r>
              <a:rPr lang="pt-BR" b="1" dirty="0" err="1">
                <a:solidFill>
                  <a:srgbClr val="1F497D"/>
                </a:solidFill>
                <a:latin typeface="Consolas" panose="020B0609020204030204" pitchFamily="49" charset="0"/>
              </a:rPr>
              <a:t>alert</a:t>
            </a:r>
            <a:r>
              <a:rPr lang="pt-BR" b="1" dirty="0">
                <a:solidFill>
                  <a:srgbClr val="1F497D"/>
                </a:solidFill>
                <a:latin typeface="Consolas" panose="020B0609020204030204" pitchFamily="49" charset="0"/>
              </a:rPr>
              <a:t>("</a:t>
            </a:r>
            <a:r>
              <a:rPr lang="pt-BR" b="1" dirty="0" err="1">
                <a:solidFill>
                  <a:srgbClr val="1F497D"/>
                </a:solidFill>
                <a:latin typeface="Consolas" panose="020B0609020204030204" pitchFamily="49" charset="0"/>
              </a:rPr>
              <a:t>Ola</a:t>
            </a:r>
            <a:r>
              <a:rPr lang="pt-BR" b="1" dirty="0">
                <a:solidFill>
                  <a:srgbClr val="1F497D"/>
                </a:solidFill>
                <a:latin typeface="Consolas" panose="020B0609020204030204" pitchFamily="49" charset="0"/>
              </a:rPr>
              <a:t>");'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/&gt;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body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&lt;/</a:t>
            </a:r>
            <a:r>
              <a:rPr lang="pt-BR" b="1" dirty="0" err="1">
                <a:solidFill>
                  <a:srgbClr val="0000F0"/>
                </a:solidFill>
                <a:latin typeface="Consolas" panose="020B0609020204030204" pitchFamily="49" charset="0"/>
              </a:rPr>
              <a:t>html</a:t>
            </a:r>
            <a:r>
              <a:rPr lang="pt-BR" b="1" dirty="0">
                <a:solidFill>
                  <a:srgbClr val="0000F0"/>
                </a:solidFill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>
            <a:off x="1854200" y="4653756"/>
            <a:ext cx="3517900" cy="1036638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pt-BR" dirty="0">
                <a:solidFill>
                  <a:srgbClr val="000000"/>
                </a:solidFill>
                <a:latin typeface="Calibri" charset="0"/>
              </a:rPr>
              <a:t>Quando for dado um clique no botão é executado o código (em </a:t>
            </a:r>
            <a:r>
              <a:rPr lang="pt-BR" dirty="0" err="1">
                <a:solidFill>
                  <a:srgbClr val="000000"/>
                </a:solidFill>
                <a:latin typeface="Calibri" charset="0"/>
              </a:rPr>
              <a:t>JavaScript</a:t>
            </a:r>
            <a:r>
              <a:rPr lang="pt-BR" dirty="0">
                <a:solidFill>
                  <a:srgbClr val="000000"/>
                </a:solidFill>
                <a:latin typeface="Calibri" charset="0"/>
              </a:rPr>
              <a:t>), neste caso:</a:t>
            </a:r>
          </a:p>
          <a:p>
            <a:pPr algn="ctr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pt-BR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38" y="4644231"/>
            <a:ext cx="2751274" cy="1661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591619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577516" y="1143001"/>
            <a:ext cx="10864516" cy="523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 indent="-2841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spcBef>
                <a:spcPts val="638"/>
              </a:spcBef>
              <a:buSzPct val="45000"/>
            </a:pPr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Um evento é gerado como resultado de uma ação: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Um clique do mouse 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Carregamento (ou descarregar) da página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Movimento do mouse 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Selecionando um campo de entrada em um formulário HTML 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Submeter um formulário HTML </a:t>
            </a:r>
          </a:p>
          <a:p>
            <a:pPr lvl="1" algn="just">
              <a:spcBef>
                <a:spcPts val="563"/>
              </a:spcBef>
              <a:buSzPct val="45000"/>
              <a:buFont typeface="Wingdings" charset="0"/>
              <a:buChar char="Ø"/>
            </a:pP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</a:rPr>
              <a:t>Ao clicar em uma tecla</a:t>
            </a:r>
          </a:p>
          <a:p>
            <a:pPr marL="1587" indent="0" algn="just">
              <a:spcBef>
                <a:spcPts val="638"/>
              </a:spcBef>
              <a:buSzPct val="45000"/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1587" indent="0" algn="just">
              <a:spcBef>
                <a:spcPts val="638"/>
              </a:spcBef>
              <a:buSzPct val="45000"/>
            </a:pPr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Os eventos são utilizados em combinação com funções </a:t>
            </a:r>
            <a:r>
              <a:rPr lang="pt-BR" sz="28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Javascript</a:t>
            </a:r>
            <a:r>
              <a:rPr lang="pt-BR" sz="2800" b="1" dirty="0">
                <a:solidFill>
                  <a:schemeClr val="bg1"/>
                </a:solidFill>
                <a:latin typeface="Calibri" panose="020F0502020204030204" pitchFamily="34" charset="0"/>
              </a:rPr>
              <a:t>.</a:t>
            </a:r>
          </a:p>
          <a:p>
            <a:pPr>
              <a:lnSpc>
                <a:spcPct val="170000"/>
              </a:lnSpc>
              <a:spcAft>
                <a:spcPts val="1425"/>
              </a:spcAft>
            </a:pPr>
            <a:r>
              <a:rPr lang="pt-BR" sz="2800" dirty="0">
                <a:cs typeface="Arial" charset="0"/>
                <a:hlinkClick r:id="rId3"/>
              </a:rPr>
              <a:t>http://www.w3schools.com/jsref/dom_obj_event.asp</a:t>
            </a:r>
            <a:endParaRPr lang="pt-BR" sz="2800" dirty="0">
              <a:cs typeface="Arial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sz="28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5828660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276727" y="1114425"/>
            <a:ext cx="11478126" cy="525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 indent="-2841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lnSpc>
                <a:spcPct val="17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onload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 Ocorre na carga do documento. Ou seja, só ocorre no elemento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body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.</a:t>
            </a: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onunload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 Ocorre na saída do documento. Também só ocorre no elemento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body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. </a:t>
            </a:r>
          </a:p>
          <a:p>
            <a:pPr marL="1587" indent="0" algn="just">
              <a:lnSpc>
                <a:spcPct val="17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onchange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 Ocorre quando o objeto perde o foco e houve mudança de conteúdo.</a:t>
            </a:r>
            <a:r>
              <a:rPr lang="pt-BR" sz="32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Válido para os objetos </a:t>
            </a:r>
            <a:r>
              <a:rPr lang="pt-BR" sz="2400" b="1" dirty="0">
                <a:solidFill>
                  <a:srgbClr val="FFC000"/>
                </a:solidFill>
                <a:latin typeface="Calibri" panose="020F0502020204030204" pitchFamily="34" charset="0"/>
              </a:rPr>
              <a:t>Input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</a:t>
            </a:r>
            <a:r>
              <a:rPr lang="pt-BR" sz="2400" b="1" dirty="0">
                <a:solidFill>
                  <a:srgbClr val="FFC000"/>
                </a:solidFill>
                <a:latin typeface="Calibri" panose="020F0502020204030204" pitchFamily="34" charset="0"/>
              </a:rPr>
              <a:t>, Input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Password</a:t>
            </a:r>
            <a:r>
              <a:rPr lang="pt-BR" sz="2400" b="1" dirty="0">
                <a:solidFill>
                  <a:srgbClr val="FFC000"/>
                </a:solidFill>
                <a:latin typeface="Calibri" panose="020F0502020204030204" pitchFamily="34" charset="0"/>
              </a:rPr>
              <a:t>,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Select</a:t>
            </a:r>
            <a:r>
              <a:rPr lang="pt-BR" sz="2400" b="1" dirty="0">
                <a:solidFill>
                  <a:srgbClr val="FFC000"/>
                </a:solidFill>
                <a:latin typeface="Calibri" panose="020F0502020204030204" pitchFamily="34" charset="0"/>
              </a:rPr>
              <a:t> e </a:t>
            </a:r>
            <a:r>
              <a:rPr lang="pt-BR" sz="24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Textarea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. </a:t>
            </a: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b="1" dirty="0">
              <a:latin typeface="Calibri" panose="020F0502020204030204" pitchFamily="34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b="1" dirty="0">
              <a:latin typeface="Calibri" panose="020F0502020204030204" pitchFamily="34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b="1" dirty="0">
              <a:latin typeface="Calibri" panose="020F0502020204030204" pitchFamily="34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14964443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421105" y="923925"/>
            <a:ext cx="11562348" cy="573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342900" indent="-34131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 indent="-284163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onblur</a:t>
            </a:r>
            <a:r>
              <a:rPr lang="pt-BR" sz="2400" b="1" dirty="0"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</a:t>
            </a:r>
            <a:r>
              <a:rPr lang="pt-BR" sz="2400" b="1" dirty="0"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Ocorre quando o objeto perde o foco, independente de ter ocorrido mudança. </a:t>
            </a:r>
          </a:p>
          <a:p>
            <a:pPr marL="173037" lvl="1" indent="0" algn="just">
              <a:lnSpc>
                <a:spcPct val="90000"/>
              </a:lnSpc>
              <a:spcBef>
                <a:spcPts val="563"/>
              </a:spcBef>
              <a:buSzPct val="45000"/>
            </a:pPr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</a:rPr>
              <a:t>Válido para os objetos 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, 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Password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,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Select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 e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Textarea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. </a:t>
            </a: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</a:pPr>
            <a:endParaRPr lang="pt-BR" b="1" dirty="0">
              <a:latin typeface="Calibri" panose="020F0502020204030204" pitchFamily="34" charset="0"/>
            </a:endParaRP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onfocus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 Ocorre quando o objeto recebe o foco. </a:t>
            </a:r>
          </a:p>
          <a:p>
            <a:pPr marL="173037" lvl="1" indent="0" algn="just">
              <a:lnSpc>
                <a:spcPct val="90000"/>
              </a:lnSpc>
              <a:spcBef>
                <a:spcPts val="563"/>
              </a:spcBef>
              <a:buSzPct val="45000"/>
            </a:pPr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</a:rPr>
              <a:t>Válido para os objetos 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, 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Password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,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Select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 e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Textarea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. </a:t>
            </a: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</a:pPr>
            <a:endParaRPr lang="pt-BR" b="1" dirty="0">
              <a:latin typeface="Calibri" panose="020F0502020204030204" pitchFamily="34" charset="0"/>
            </a:endParaRP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onclick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</a:t>
            </a:r>
            <a:r>
              <a:rPr lang="pt-BR" sz="2400" b="1" dirty="0"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Ocorre quando o objeto recebe um Click do Mouse. </a:t>
            </a:r>
          </a:p>
          <a:p>
            <a:pPr marL="173037" lvl="1" indent="0" algn="just">
              <a:lnSpc>
                <a:spcPct val="90000"/>
              </a:lnSpc>
              <a:spcBef>
                <a:spcPts val="563"/>
              </a:spcBef>
              <a:buSzPct val="45000"/>
            </a:pPr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</a:rPr>
              <a:t>Válido para os objetos</a:t>
            </a:r>
            <a:r>
              <a:rPr lang="pt-BR" b="1" dirty="0">
                <a:latin typeface="Calibri" panose="020F0502020204030204" pitchFamily="34" charset="0"/>
              </a:rPr>
              <a:t> </a:t>
            </a:r>
            <a:r>
              <a:rPr lang="pt-BR" b="1" dirty="0">
                <a:solidFill>
                  <a:srgbClr val="FFC000"/>
                </a:solidFill>
                <a:latin typeface="Calibri" panose="020F0502020204030204" pitchFamily="34" charset="0"/>
              </a:rPr>
              <a:t>Button, </a:t>
            </a:r>
            <a:r>
              <a:rPr lang="pt-BR" b="1" dirty="0" err="1">
                <a:solidFill>
                  <a:srgbClr val="FFC000"/>
                </a:solidFill>
                <a:latin typeface="Calibri" panose="020F0502020204030204" pitchFamily="34" charset="0"/>
              </a:rPr>
              <a:t>Checkbox</a:t>
            </a:r>
            <a:r>
              <a:rPr lang="pt-BR" b="1" dirty="0">
                <a:solidFill>
                  <a:srgbClr val="FFC000"/>
                </a:solidFill>
                <a:latin typeface="Calibri" panose="020F0502020204030204" pitchFamily="34" charset="0"/>
              </a:rPr>
              <a:t>, Radio, Link, Reset e </a:t>
            </a:r>
            <a:r>
              <a:rPr lang="pt-BR" b="1" dirty="0" err="1">
                <a:solidFill>
                  <a:srgbClr val="FFC000"/>
                </a:solidFill>
                <a:latin typeface="Calibri" panose="020F0502020204030204" pitchFamily="34" charset="0"/>
              </a:rPr>
              <a:t>Submit</a:t>
            </a:r>
            <a:r>
              <a:rPr lang="pt-BR" sz="1400" b="1" dirty="0">
                <a:solidFill>
                  <a:srgbClr val="FFC000"/>
                </a:solidFill>
                <a:latin typeface="Calibri" panose="020F0502020204030204" pitchFamily="34" charset="0"/>
              </a:rPr>
              <a:t>.</a:t>
            </a:r>
            <a:r>
              <a:rPr lang="pt-BR" sz="1400" b="1" dirty="0">
                <a:latin typeface="Calibri" panose="020F0502020204030204" pitchFamily="34" charset="0"/>
              </a:rPr>
              <a:t> </a:t>
            </a:r>
          </a:p>
          <a:p>
            <a:pPr marL="173037" lvl="1" indent="0" algn="just">
              <a:lnSpc>
                <a:spcPct val="90000"/>
              </a:lnSpc>
              <a:spcBef>
                <a:spcPts val="563"/>
              </a:spcBef>
              <a:buSzPct val="45000"/>
            </a:pPr>
            <a:endParaRPr lang="pt-BR" b="1" dirty="0">
              <a:latin typeface="Calibri" panose="020F0502020204030204" pitchFamily="34" charset="0"/>
            </a:endParaRP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onselect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Ocorre quando o conteúdo do objeto é selecionado. </a:t>
            </a:r>
          </a:p>
          <a:p>
            <a:pPr marL="173037" lvl="1" indent="0">
              <a:lnSpc>
                <a:spcPct val="90000"/>
              </a:lnSpc>
              <a:spcAft>
                <a:spcPts val="1138"/>
              </a:spcAft>
              <a:buSzPct val="45000"/>
            </a:pPr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</a:rPr>
              <a:t>Válido para os objetos 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, Input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Password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 e </a:t>
            </a:r>
            <a:r>
              <a:rPr lang="pt-BR" sz="2000" b="1" dirty="0" err="1">
                <a:solidFill>
                  <a:srgbClr val="FFC000"/>
                </a:solidFill>
                <a:latin typeface="Calibri" panose="020F0502020204030204" pitchFamily="34" charset="0"/>
              </a:rPr>
              <a:t>Textarea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. </a:t>
            </a: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endParaRPr lang="pt-BR" b="1" dirty="0">
              <a:latin typeface="Calibri" panose="020F0502020204030204" pitchFamily="34" charset="0"/>
            </a:endParaRPr>
          </a:p>
          <a:p>
            <a:pPr marL="1587" indent="0" algn="just">
              <a:lnSpc>
                <a:spcPct val="90000"/>
              </a:lnSpc>
              <a:spcBef>
                <a:spcPts val="638"/>
              </a:spcBef>
              <a:buSzPct val="45000"/>
            </a:pPr>
            <a:r>
              <a:rPr lang="pt-BR" sz="2400" b="1" dirty="0" err="1">
                <a:solidFill>
                  <a:srgbClr val="FFFF00"/>
                </a:solidFill>
                <a:latin typeface="Calibri" panose="020F0502020204030204" pitchFamily="34" charset="0"/>
              </a:rPr>
              <a:t>onsubmit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-</a:t>
            </a:r>
            <a:r>
              <a:rPr lang="pt-BR" sz="2400" b="1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Ocorre quando um botão tipo </a:t>
            </a:r>
            <a:r>
              <a:rPr lang="pt-BR" sz="24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Submit</a:t>
            </a:r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</a:rPr>
              <a:t> recebe um click do mouse. </a:t>
            </a:r>
          </a:p>
          <a:p>
            <a:pPr marL="173037" lvl="1" indent="0">
              <a:lnSpc>
                <a:spcPct val="90000"/>
              </a:lnSpc>
              <a:spcAft>
                <a:spcPts val="1138"/>
              </a:spcAft>
              <a:buSzPct val="45000"/>
            </a:pPr>
            <a:r>
              <a:rPr lang="pt-BR" b="1" dirty="0">
                <a:solidFill>
                  <a:schemeClr val="bg1"/>
                </a:solidFill>
                <a:latin typeface="Calibri" panose="020F0502020204030204" pitchFamily="34" charset="0"/>
              </a:rPr>
              <a:t>Válido apenas para o </a:t>
            </a:r>
            <a:r>
              <a:rPr lang="pt-BR" sz="2000" b="1" dirty="0">
                <a:solidFill>
                  <a:srgbClr val="FFC000"/>
                </a:solidFill>
                <a:latin typeface="Calibri" panose="020F0502020204030204" pitchFamily="34" charset="0"/>
              </a:rPr>
              <a:t>Form.</a:t>
            </a:r>
            <a:endParaRPr lang="pt-BR" sz="2400" b="1" dirty="0">
              <a:solidFill>
                <a:srgbClr val="FFC000"/>
              </a:solidFill>
              <a:latin typeface="Calibri" panose="020F0502020204030204" pitchFamily="34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b="1" dirty="0">
              <a:latin typeface="Calibri" panose="020F0502020204030204" pitchFamily="34" charset="0"/>
            </a:endParaRPr>
          </a:p>
          <a:p>
            <a:pPr algn="just">
              <a:lnSpc>
                <a:spcPct val="170000"/>
              </a:lnSpc>
              <a:spcBef>
                <a:spcPts val="638"/>
              </a:spcBef>
            </a:pPr>
            <a:endParaRPr lang="pt-BR" b="1" dirty="0">
              <a:latin typeface="Calibri" panose="020F0502020204030204" pitchFamily="34" charset="0"/>
            </a:endParaRPr>
          </a:p>
          <a:p>
            <a:pPr>
              <a:lnSpc>
                <a:spcPct val="170000"/>
              </a:lnSpc>
              <a:spcAft>
                <a:spcPts val="1425"/>
              </a:spcAft>
            </a:pPr>
            <a:endParaRPr lang="pt-BR" b="1" dirty="0">
              <a:latin typeface="Calibri" panose="020F0502020204030204" pitchFamily="34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1672014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1" name="Group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440295"/>
              </p:ext>
            </p:extLst>
          </p:nvPr>
        </p:nvGraphicFramePr>
        <p:xfrm>
          <a:off x="1843598" y="1276349"/>
          <a:ext cx="8630667" cy="4330997"/>
        </p:xfrm>
        <a:graphic>
          <a:graphicData uri="http://schemas.openxmlformats.org/drawingml/2006/table">
            <a:tbl>
              <a:tblPr/>
              <a:tblGrid>
                <a:gridCol w="23717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589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Eventos de mouse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Gerados quando o usuário: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onmouseover</a:t>
                      </a:r>
                      <a:endParaRPr kumimoji="0" lang="pt-B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charset="-122"/>
                      </a:endParaRP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Move o ponteiro do mouse para dentro da área de um elemento.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onmouseout</a:t>
                      </a:r>
                      <a:endParaRPr kumimoji="0" lang="pt-B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charset="-122"/>
                      </a:endParaRP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Move o ponteiro do mouse para fora da área de um elemento.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onmousedown</a:t>
                      </a:r>
                      <a:endParaRPr kumimoji="0" lang="pt-B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charset="-122"/>
                      </a:endParaRP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Pressiona qualquer um dos botões do mouse.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onmouseup</a:t>
                      </a:r>
                      <a:endParaRPr kumimoji="0" lang="pt-B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charset="-122"/>
                      </a:endParaRP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Libera qualquer um dos botões do mouse.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onmousemove</a:t>
                      </a:r>
                      <a:endParaRPr kumimoji="0" lang="pt-BR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Calibri" panose="020F0502020204030204" pitchFamily="34" charset="0"/>
                        <a:ea typeface="SimSun" charset="-122"/>
                      </a:endParaRP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Move o mouse dentro da área de um elemento.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ondblclick</a:t>
                      </a: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Efetua um duplo clique com o botão esquerdo do mouse sobre um elemento.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19858226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5" name="Group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52050"/>
              </p:ext>
            </p:extLst>
          </p:nvPr>
        </p:nvGraphicFramePr>
        <p:xfrm>
          <a:off x="1836739" y="1068389"/>
          <a:ext cx="8507412" cy="4270375"/>
        </p:xfrm>
        <a:graphic>
          <a:graphicData uri="http://schemas.openxmlformats.org/drawingml/2006/table">
            <a:tbl>
              <a:tblPr/>
              <a:tblGrid>
                <a:gridCol w="24214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859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Eventos de teclado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Gerados quando o usuário: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onkeypress</a:t>
                      </a: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Pressiona e solta uma tecla (o ciclo completo).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onkeydown</a:t>
                      </a: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Pressiona uma tecla (ainda com a tecla abaixada).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0" marR="0" lvl="0" indent="0" algn="l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onkeyup</a:t>
                      </a: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 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49263" rtl="0" eaLnBrk="1" fontAlgn="base" latinLnBrk="0" hangingPunct="1">
                        <a:lnSpc>
                          <a:spcPct val="10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</a:tabLst>
                      </a:pPr>
                      <a:r>
                        <a:rPr kumimoji="0" 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SimSun" charset="-122"/>
                        </a:rPr>
                        <a:t>Solta uma tecla.</a:t>
                      </a:r>
                    </a:p>
                  </a:txBody>
                  <a:tcPr marL="37800" marR="37800" marT="37800" marB="37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24000" y="1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rgbClr val="000000"/>
                </a:solidFill>
                <a:latin typeface="Arial" charset="0"/>
                <a:ea typeface="SimSun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pt-BR" sz="2800" b="1" dirty="0">
                <a:solidFill>
                  <a:srgbClr val="1F497D"/>
                </a:solidFill>
                <a:latin typeface="Verdana" pitchFamily="32" charset="0"/>
              </a:rPr>
              <a:t>(eventos)</a:t>
            </a:r>
          </a:p>
        </p:txBody>
      </p:sp>
    </p:spTree>
    <p:extLst>
      <p:ext uri="{BB962C8B-B14F-4D97-AF65-F5344CB8AC3E}">
        <p14:creationId xmlns:p14="http://schemas.microsoft.com/office/powerpoint/2010/main" val="16881855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presentação de treinamento- SharePoint Server 2007—Fluxos de trabalho IV- incluir alguém fora da sua empresa">
  <a:themeElements>
    <a:clrScheme name="spttworkiv_TP10278947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DEE8F9"/>
      </a:hlink>
      <a:folHlink>
        <a:srgbClr val="D1CFFB"/>
      </a:folHlink>
    </a:clrScheme>
    <a:fontScheme name="spttworkiv_TP1027894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pttworkiv_TP10278947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ttworkiv_TP10278947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DEE8F9"/>
        </a:hlink>
        <a:folHlink>
          <a:srgbClr val="D1CFF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pttworkiv_TP10278947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spttworkiv_TP1027894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pttworkiv_TP10278947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pttworkiv_TP10278947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DEE8F9"/>
        </a:hlink>
        <a:folHlink>
          <a:srgbClr val="D1CFF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treinamento- SharePoint Server 2007—Fluxos de trabalho IV- incluir alguém fora da sua empresa</Template>
  <TotalTime>40442</TotalTime>
  <Words>1266</Words>
  <Application>Microsoft Office PowerPoint</Application>
  <PresentationFormat>Widescreen</PresentationFormat>
  <Paragraphs>282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SimSun</vt:lpstr>
      <vt:lpstr>Arial</vt:lpstr>
      <vt:lpstr>Calibri</vt:lpstr>
      <vt:lpstr>Consolas</vt:lpstr>
      <vt:lpstr>Courier New</vt:lpstr>
      <vt:lpstr>Tahoma</vt:lpstr>
      <vt:lpstr>Times New Roman</vt:lpstr>
      <vt:lpstr>Verdana</vt:lpstr>
      <vt:lpstr>Wingdings</vt:lpstr>
      <vt:lpstr>Apresentação de treinamento- SharePoint Server 2007—Fluxos de trabalho IV- incluir alguém fora da sua empresa</vt:lpstr>
      <vt:lpstr>1_spttworkiv_TP10278947</vt:lpstr>
      <vt:lpstr>JavaScript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para Web - introdução -</dc:title>
  <dc:creator>silvio</dc:creator>
  <cp:lastModifiedBy>Professor</cp:lastModifiedBy>
  <cp:revision>233</cp:revision>
  <dcterms:created xsi:type="dcterms:W3CDTF">2010-10-05T18:57:39Z</dcterms:created>
  <dcterms:modified xsi:type="dcterms:W3CDTF">2026-09-10T14:45:58Z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TC102789471046</vt:lpwstr>
  </property>
</Properties>
</file>